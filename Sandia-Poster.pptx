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media/model3d1.glb" ContentType="model/gltf.binary"/>
  <Override PartName="/ppt/media/model3d2.glb" ContentType="model/gltf.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8F3742-A5FF-8D26-6377-A5B93C15DB92}" name="Craig,Patrick J" initials="PC" userId="S::pcraig1@ufl.edu::3fea334b-941b-4097-84ca-74bb51a47d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6717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0B8BE-3F5B-43DD-B028-95E14429EA74}" v="271" dt="2025-02-01T21:36:13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1" d="100"/>
          <a:sy n="21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,Patrick J" userId="3fea334b-941b-4097-84ca-74bb51a47df0" providerId="ADAL" clId="{FB61B218-9E33-40B1-8BCA-82030F691F3E}"/>
    <pc:docChg chg="undo redo custSel modSld">
      <pc:chgData name="Craig,Patrick J" userId="3fea334b-941b-4097-84ca-74bb51a47df0" providerId="ADAL" clId="{FB61B218-9E33-40B1-8BCA-82030F691F3E}" dt="2025-01-22T14:54:18.690" v="3715" actId="14100"/>
      <pc:docMkLst>
        <pc:docMk/>
      </pc:docMkLst>
      <pc:sldChg chg="addSp delSp modSp mod delAnim modAnim">
        <pc:chgData name="Craig,Patrick J" userId="3fea334b-941b-4097-84ca-74bb51a47df0" providerId="ADAL" clId="{FB61B218-9E33-40B1-8BCA-82030F691F3E}" dt="2025-01-22T14:54:18.690" v="3715" actId="14100"/>
        <pc:sldMkLst>
          <pc:docMk/>
          <pc:sldMk cId="2724117479" sldId="256"/>
        </pc:sldMkLst>
        <pc:spChg chg="mod">
          <ac:chgData name="Craig,Patrick J" userId="3fea334b-941b-4097-84ca-74bb51a47df0" providerId="ADAL" clId="{FB61B218-9E33-40B1-8BCA-82030F691F3E}" dt="2025-01-22T00:04:19.318" v="2211" actId="20577"/>
          <ac:spMkLst>
            <pc:docMk/>
            <pc:sldMk cId="2724117479" sldId="256"/>
            <ac:spMk id="4" creationId="{5C17EE99-0C06-7641-932F-C3EE3D9D94F8}"/>
          </ac:spMkLst>
        </pc:spChg>
        <pc:spChg chg="mod">
          <ac:chgData name="Craig,Patrick J" userId="3fea334b-941b-4097-84ca-74bb51a47df0" providerId="ADAL" clId="{FB61B218-9E33-40B1-8BCA-82030F691F3E}" dt="2025-01-22T00:04:26.207" v="2230" actId="20577"/>
          <ac:spMkLst>
            <pc:docMk/>
            <pc:sldMk cId="2724117479" sldId="256"/>
            <ac:spMk id="6" creationId="{49C1382B-3EBD-CF4C-972A-20A960B49317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12" creationId="{4B1F2160-EA37-D629-AF16-AFC81CFB1411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15" creationId="{7726673D-7965-15D6-165E-D36DDE150E7C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16" creationId="{B4B67ED7-C59E-DCF8-8AE4-26A21AFDF82D}"/>
          </ac:spMkLst>
        </pc:spChg>
        <pc:spChg chg="add del mod">
          <ac:chgData name="Craig,Patrick J" userId="3fea334b-941b-4097-84ca-74bb51a47df0" providerId="ADAL" clId="{FB61B218-9E33-40B1-8BCA-82030F691F3E}" dt="2025-01-22T11:49:11.538" v="3675" actId="1076"/>
          <ac:spMkLst>
            <pc:docMk/>
            <pc:sldMk cId="2724117479" sldId="256"/>
            <ac:spMk id="22" creationId="{A8C5D9AB-ED46-8EEB-CCD1-477B2430E449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23" creationId="{B4BE1CB7-34FE-4971-BCCB-789C8C29AE28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24" creationId="{2915F030-72E5-B1E6-FDEB-E0E18411E451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27" creationId="{5667A9A9-41B8-ECB7-DBA6-430F021C0211}"/>
          </ac:spMkLst>
        </pc:spChg>
        <pc:spChg chg="mod">
          <ac:chgData name="Craig,Patrick J" userId="3fea334b-941b-4097-84ca-74bb51a47df0" providerId="ADAL" clId="{FB61B218-9E33-40B1-8BCA-82030F691F3E}" dt="2025-01-21T17:23:27.850" v="145" actId="165"/>
          <ac:spMkLst>
            <pc:docMk/>
            <pc:sldMk cId="2724117479" sldId="256"/>
            <ac:spMk id="28" creationId="{09476E13-514F-C047-4895-A85B7E1A9C3B}"/>
          </ac:spMkLst>
        </pc:spChg>
        <pc:spChg chg="mod">
          <ac:chgData name="Craig,Patrick J" userId="3fea334b-941b-4097-84ca-74bb51a47df0" providerId="ADAL" clId="{FB61B218-9E33-40B1-8BCA-82030F691F3E}" dt="2025-01-21T18:15:41.121" v="900" actId="2711"/>
          <ac:spMkLst>
            <pc:docMk/>
            <pc:sldMk cId="2724117479" sldId="256"/>
            <ac:spMk id="29" creationId="{3F833C9C-9E3E-E64C-DF96-BE1FF4FDF5E8}"/>
          </ac:spMkLst>
        </pc:spChg>
        <pc:spChg chg="mod">
          <ac:chgData name="Craig,Patrick J" userId="3fea334b-941b-4097-84ca-74bb51a47df0" providerId="ADAL" clId="{FB61B218-9E33-40B1-8BCA-82030F691F3E}" dt="2025-01-21T17:23:27.850" v="145" actId="165"/>
          <ac:spMkLst>
            <pc:docMk/>
            <pc:sldMk cId="2724117479" sldId="256"/>
            <ac:spMk id="30" creationId="{8E1C12CD-D692-B51B-A377-FA1C8DA0F2CB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33" creationId="{51FF1D75-DAE9-BFB3-9A2C-6AA9E4C131CD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38" creationId="{E630A84E-2273-E461-EF93-5B11E7D4D743}"/>
          </ac:spMkLst>
        </pc:spChg>
        <pc:spChg chg="add mod topLvl">
          <ac:chgData name="Craig,Patrick J" userId="3fea334b-941b-4097-84ca-74bb51a47df0" providerId="ADAL" clId="{FB61B218-9E33-40B1-8BCA-82030F691F3E}" dt="2025-01-22T14:39:55.393" v="3705" actId="20577"/>
          <ac:spMkLst>
            <pc:docMk/>
            <pc:sldMk cId="2724117479" sldId="256"/>
            <ac:spMk id="39" creationId="{0539752E-459C-BF64-B348-F69E5A4004A4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41" creationId="{1D7660E2-D3E0-5258-F5D0-7F773B6901B5}"/>
          </ac:spMkLst>
        </pc:spChg>
        <pc:spChg chg="mod">
          <ac:chgData name="Craig,Patrick J" userId="3fea334b-941b-4097-84ca-74bb51a47df0" providerId="ADAL" clId="{FB61B218-9E33-40B1-8BCA-82030F691F3E}" dt="2025-01-22T14:38:43.259" v="3685" actId="1076"/>
          <ac:spMkLst>
            <pc:docMk/>
            <pc:sldMk cId="2724117479" sldId="256"/>
            <ac:spMk id="42" creationId="{A05C9BC3-23F9-77A1-AA07-D69FE63B17FF}"/>
          </ac:spMkLst>
        </pc:spChg>
        <pc:spChg chg="mod topLvl">
          <ac:chgData name="Craig,Patrick J" userId="3fea334b-941b-4097-84ca-74bb51a47df0" providerId="ADAL" clId="{FB61B218-9E33-40B1-8BCA-82030F691F3E}" dt="2025-01-22T11:48:07.929" v="3668" actId="20577"/>
          <ac:spMkLst>
            <pc:docMk/>
            <pc:sldMk cId="2724117479" sldId="256"/>
            <ac:spMk id="55" creationId="{1667F013-86FF-4D5C-1978-138E566CEB39}"/>
          </ac:spMkLst>
        </pc:spChg>
        <pc:spChg chg="mod">
          <ac:chgData name="Craig,Patrick J" userId="3fea334b-941b-4097-84ca-74bb51a47df0" providerId="ADAL" clId="{FB61B218-9E33-40B1-8BCA-82030F691F3E}" dt="2025-01-22T14:53:59.710" v="3713" actId="1076"/>
          <ac:spMkLst>
            <pc:docMk/>
            <pc:sldMk cId="2724117479" sldId="256"/>
            <ac:spMk id="65" creationId="{A4B25C65-802A-9AE7-678F-7499BDF29A78}"/>
          </ac:spMkLst>
        </pc:spChg>
        <pc:spChg chg="add mod">
          <ac:chgData name="Craig,Patrick J" userId="3fea334b-941b-4097-84ca-74bb51a47df0" providerId="ADAL" clId="{FB61B218-9E33-40B1-8BCA-82030F691F3E}" dt="2025-01-22T14:39:07.797" v="3699" actId="1076"/>
          <ac:spMkLst>
            <pc:docMk/>
            <pc:sldMk cId="2724117479" sldId="256"/>
            <ac:spMk id="74" creationId="{7FBB9ED4-38F1-8369-3CD8-EA3268751283}"/>
          </ac:spMkLst>
        </pc:spChg>
        <pc:spChg chg="add mod">
          <ac:chgData name="Craig,Patrick J" userId="3fea334b-941b-4097-84ca-74bb51a47df0" providerId="ADAL" clId="{FB61B218-9E33-40B1-8BCA-82030F691F3E}" dt="2025-01-22T14:38:45.762" v="3686" actId="1076"/>
          <ac:spMkLst>
            <pc:docMk/>
            <pc:sldMk cId="2724117479" sldId="256"/>
            <ac:spMk id="83" creationId="{51E9DDF9-0CB6-E432-BA9C-013D43D1A2A0}"/>
          </ac:spMkLst>
        </pc:spChg>
        <pc:spChg chg="add mod">
          <ac:chgData name="Craig,Patrick J" userId="3fea334b-941b-4097-84ca-74bb51a47df0" providerId="ADAL" clId="{FB61B218-9E33-40B1-8BCA-82030F691F3E}" dt="2025-01-22T14:38:45.762" v="3686" actId="1076"/>
          <ac:spMkLst>
            <pc:docMk/>
            <pc:sldMk cId="2724117479" sldId="256"/>
            <ac:spMk id="84" creationId="{8B263DEF-1036-E2E1-719A-BF676D514B64}"/>
          </ac:spMkLst>
        </pc:spChg>
        <pc:spChg chg="add del mod">
          <ac:chgData name="Craig,Patrick J" userId="3fea334b-941b-4097-84ca-74bb51a47df0" providerId="ADAL" clId="{FB61B218-9E33-40B1-8BCA-82030F691F3E}" dt="2025-01-22T14:39:58.347" v="3707" actId="20577"/>
          <ac:spMkLst>
            <pc:docMk/>
            <pc:sldMk cId="2724117479" sldId="256"/>
            <ac:spMk id="85" creationId="{BF42A3F3-DEDA-E629-5A9C-B38FE8D810E8}"/>
          </ac:spMkLst>
        </pc:spChg>
        <pc:spChg chg="add mod">
          <ac:chgData name="Craig,Patrick J" userId="3fea334b-941b-4097-84ca-74bb51a47df0" providerId="ADAL" clId="{FB61B218-9E33-40B1-8BCA-82030F691F3E}" dt="2025-01-21T23:30:17.705" v="1522" actId="1076"/>
          <ac:spMkLst>
            <pc:docMk/>
            <pc:sldMk cId="2724117479" sldId="256"/>
            <ac:spMk id="89" creationId="{DC7612A6-937B-348F-F095-B8DFEEB80AB8}"/>
          </ac:spMkLst>
        </pc:spChg>
        <pc:spChg chg="add mod">
          <ac:chgData name="Craig,Patrick J" userId="3fea334b-941b-4097-84ca-74bb51a47df0" providerId="ADAL" clId="{FB61B218-9E33-40B1-8BCA-82030F691F3E}" dt="2025-01-21T23:30:17.705" v="1522" actId="1076"/>
          <ac:spMkLst>
            <pc:docMk/>
            <pc:sldMk cId="2724117479" sldId="256"/>
            <ac:spMk id="90" creationId="{DF375425-1CB8-CF23-C130-85FF73ADC7A9}"/>
          </ac:spMkLst>
        </pc:spChg>
        <pc:spChg chg="add mod">
          <ac:chgData name="Craig,Patrick J" userId="3fea334b-941b-4097-84ca-74bb51a47df0" providerId="ADAL" clId="{FB61B218-9E33-40B1-8BCA-82030F691F3E}" dt="2025-01-21T23:30:17.705" v="1522" actId="1076"/>
          <ac:spMkLst>
            <pc:docMk/>
            <pc:sldMk cId="2724117479" sldId="256"/>
            <ac:spMk id="91" creationId="{D85B8088-BC9B-677B-8B58-1065485852F1}"/>
          </ac:spMkLst>
        </pc:spChg>
        <pc:spChg chg="add mod">
          <ac:chgData name="Craig,Patrick J" userId="3fea334b-941b-4097-84ca-74bb51a47df0" providerId="ADAL" clId="{FB61B218-9E33-40B1-8BCA-82030F691F3E}" dt="2025-01-22T00:25:14.560" v="3577" actId="164"/>
          <ac:spMkLst>
            <pc:docMk/>
            <pc:sldMk cId="2724117479" sldId="256"/>
            <ac:spMk id="93" creationId="{7AB6897F-461C-E709-B539-837B41701422}"/>
          </ac:spMkLst>
        </pc:spChg>
        <pc:spChg chg="add del mod">
          <ac:chgData name="Craig,Patrick J" userId="3fea334b-941b-4097-84ca-74bb51a47df0" providerId="ADAL" clId="{FB61B218-9E33-40B1-8BCA-82030F691F3E}" dt="2025-01-22T00:46:41.921" v="3659" actId="1076"/>
          <ac:spMkLst>
            <pc:docMk/>
            <pc:sldMk cId="2724117479" sldId="256"/>
            <ac:spMk id="94" creationId="{EEDFC8CF-9504-14AB-6426-41E8E46BBC54}"/>
          </ac:spMkLst>
        </pc:spChg>
        <pc:spChg chg="add mod topLvl">
          <ac:chgData name="Craig,Patrick J" userId="3fea334b-941b-4097-84ca-74bb51a47df0" providerId="ADAL" clId="{FB61B218-9E33-40B1-8BCA-82030F691F3E}" dt="2025-01-22T00:25:42.298" v="3582" actId="1076"/>
          <ac:spMkLst>
            <pc:docMk/>
            <pc:sldMk cId="2724117479" sldId="256"/>
            <ac:spMk id="97" creationId="{CEEA6E7A-B75E-BB32-041B-4CBEA4BB29D4}"/>
          </ac:spMkLst>
        </pc:spChg>
        <pc:spChg chg="add mod">
          <ac:chgData name="Craig,Patrick J" userId="3fea334b-941b-4097-84ca-74bb51a47df0" providerId="ADAL" clId="{FB61B218-9E33-40B1-8BCA-82030F691F3E}" dt="2025-01-22T00:07:23.126" v="2632" actId="1076"/>
          <ac:spMkLst>
            <pc:docMk/>
            <pc:sldMk cId="2724117479" sldId="256"/>
            <ac:spMk id="105" creationId="{9854E90D-5AF6-E230-9571-FAFAA31B73BA}"/>
          </ac:spMkLst>
        </pc:spChg>
        <pc:spChg chg="add mod">
          <ac:chgData name="Craig,Patrick J" userId="3fea334b-941b-4097-84ca-74bb51a47df0" providerId="ADAL" clId="{FB61B218-9E33-40B1-8BCA-82030F691F3E}" dt="2025-01-22T14:48:14.084" v="3712" actId="113"/>
          <ac:spMkLst>
            <pc:docMk/>
            <pc:sldMk cId="2724117479" sldId="256"/>
            <ac:spMk id="117" creationId="{D2A66272-E081-9A86-6130-C224A2092971}"/>
          </ac:spMkLst>
        </pc:spChg>
        <pc:spChg chg="mod">
          <ac:chgData name="Craig,Patrick J" userId="3fea334b-941b-4097-84ca-74bb51a47df0" providerId="ADAL" clId="{FB61B218-9E33-40B1-8BCA-82030F691F3E}" dt="2025-01-21T23:55:09.120" v="1812" actId="1035"/>
          <ac:spMkLst>
            <pc:docMk/>
            <pc:sldMk cId="2724117479" sldId="256"/>
            <ac:spMk id="123" creationId="{F84114CE-4076-8A0C-91AF-1C310C983DF8}"/>
          </ac:spMkLst>
        </pc:spChg>
        <pc:spChg chg="add mod">
          <ac:chgData name="Craig,Patrick J" userId="3fea334b-941b-4097-84ca-74bb51a47df0" providerId="ADAL" clId="{FB61B218-9E33-40B1-8BCA-82030F691F3E}" dt="2025-01-22T00:30:02.341" v="3591" actId="1076"/>
          <ac:spMkLst>
            <pc:docMk/>
            <pc:sldMk cId="2724117479" sldId="256"/>
            <ac:spMk id="129" creationId="{EC50393F-F42B-BBB3-A320-F5EA9A280CCE}"/>
          </ac:spMkLst>
        </pc:spChg>
        <pc:spChg chg="mod topLvl">
          <ac:chgData name="Craig,Patrick J" userId="3fea334b-941b-4097-84ca-74bb51a47df0" providerId="ADAL" clId="{FB61B218-9E33-40B1-8BCA-82030F691F3E}" dt="2025-01-22T14:54:18.690" v="3715" actId="14100"/>
          <ac:spMkLst>
            <pc:docMk/>
            <pc:sldMk cId="2724117479" sldId="256"/>
            <ac:spMk id="167" creationId="{97B8B7C3-1B4B-6BD8-22CB-4EACDDDD42C8}"/>
          </ac:spMkLst>
        </pc:spChg>
        <pc:grpChg chg="mod topLvl">
          <ac:chgData name="Craig,Patrick J" userId="3fea334b-941b-4097-84ca-74bb51a47df0" providerId="ADAL" clId="{FB61B218-9E33-40B1-8BCA-82030F691F3E}" dt="2025-01-22T00:24:48.970" v="3569" actId="164"/>
          <ac:grpSpMkLst>
            <pc:docMk/>
            <pc:sldMk cId="2724117479" sldId="256"/>
            <ac:grpSpMk id="34" creationId="{31CBEF7B-1EF4-F080-69D4-D9650E084B75}"/>
          </ac:grpSpMkLst>
        </pc:grpChg>
        <pc:grpChg chg="mod topLvl">
          <ac:chgData name="Craig,Patrick J" userId="3fea334b-941b-4097-84ca-74bb51a47df0" providerId="ADAL" clId="{FB61B218-9E33-40B1-8BCA-82030F691F3E}" dt="2025-01-21T23:14:08.992" v="1130" actId="1076"/>
          <ac:grpSpMkLst>
            <pc:docMk/>
            <pc:sldMk cId="2724117479" sldId="256"/>
            <ac:grpSpMk id="44" creationId="{66BF38C7-5638-5014-6230-2C01EEDCD6A0}"/>
          </ac:grpSpMkLst>
        </pc:grpChg>
        <pc:grpChg chg="add mod">
          <ac:chgData name="Craig,Patrick J" userId="3fea334b-941b-4097-84ca-74bb51a47df0" providerId="ADAL" clId="{FB61B218-9E33-40B1-8BCA-82030F691F3E}" dt="2025-01-21T23:30:17.705" v="1522" actId="1076"/>
          <ac:grpSpMkLst>
            <pc:docMk/>
            <pc:sldMk cId="2724117479" sldId="256"/>
            <ac:grpSpMk id="95" creationId="{392AFEDF-B5D2-D9D8-9CED-AF9A9F6404CA}"/>
          </ac:grpSpMkLst>
        </pc:grpChg>
        <pc:grpChg chg="add mod">
          <ac:chgData name="Craig,Patrick J" userId="3fea334b-941b-4097-84ca-74bb51a47df0" providerId="ADAL" clId="{FB61B218-9E33-40B1-8BCA-82030F691F3E}" dt="2025-01-21T23:30:17.705" v="1522" actId="1076"/>
          <ac:grpSpMkLst>
            <pc:docMk/>
            <pc:sldMk cId="2724117479" sldId="256"/>
            <ac:grpSpMk id="96" creationId="{5DF7CFA8-0D49-01C3-2E89-FFD68ED9B9D3}"/>
          </ac:grpSpMkLst>
        </pc:grpChg>
        <pc:grpChg chg="add mod topLvl">
          <ac:chgData name="Craig,Patrick J" userId="3fea334b-941b-4097-84ca-74bb51a47df0" providerId="ADAL" clId="{FB61B218-9E33-40B1-8BCA-82030F691F3E}" dt="2025-01-21T23:30:17.705" v="1522" actId="1076"/>
          <ac:grpSpMkLst>
            <pc:docMk/>
            <pc:sldMk cId="2724117479" sldId="256"/>
            <ac:grpSpMk id="99" creationId="{FA52E22C-DE38-8BCC-B158-8EEC24543B67}"/>
          </ac:grpSpMkLst>
        </pc:grpChg>
        <pc:grpChg chg="add mod">
          <ac:chgData name="Craig,Patrick J" userId="3fea334b-941b-4097-84ca-74bb51a47df0" providerId="ADAL" clId="{FB61B218-9E33-40B1-8BCA-82030F691F3E}" dt="2025-01-22T14:38:45.762" v="3686" actId="1076"/>
          <ac:grpSpMkLst>
            <pc:docMk/>
            <pc:sldMk cId="2724117479" sldId="256"/>
            <ac:grpSpMk id="102" creationId="{3831B90B-EF6E-A6DD-2AB1-7D023E591F3E}"/>
          </ac:grpSpMkLst>
        </pc:grpChg>
        <pc:grpChg chg="add mod topLvl">
          <ac:chgData name="Craig,Patrick J" userId="3fea334b-941b-4097-84ca-74bb51a47df0" providerId="ADAL" clId="{FB61B218-9E33-40B1-8BCA-82030F691F3E}" dt="2025-01-22T14:38:45.762" v="3686" actId="1076"/>
          <ac:grpSpMkLst>
            <pc:docMk/>
            <pc:sldMk cId="2724117479" sldId="256"/>
            <ac:grpSpMk id="103" creationId="{49EAA61E-EFCA-48E4-313E-A9BE777DF8F6}"/>
          </ac:grpSpMkLst>
        </pc:grpChg>
        <pc:grpChg chg="add mod topLvl">
          <ac:chgData name="Craig,Patrick J" userId="3fea334b-941b-4097-84ca-74bb51a47df0" providerId="ADAL" clId="{FB61B218-9E33-40B1-8BCA-82030F691F3E}" dt="2025-01-22T00:07:23.126" v="2632" actId="1076"/>
          <ac:grpSpMkLst>
            <pc:docMk/>
            <pc:sldMk cId="2724117479" sldId="256"/>
            <ac:grpSpMk id="106" creationId="{59418E6D-615A-7E6C-2802-73ADF25963AD}"/>
          </ac:grpSpMkLst>
        </pc:grpChg>
        <pc:grpChg chg="add mod">
          <ac:chgData name="Craig,Patrick J" userId="3fea334b-941b-4097-84ca-74bb51a47df0" providerId="ADAL" clId="{FB61B218-9E33-40B1-8BCA-82030F691F3E}" dt="2025-01-21T23:23:46.637" v="1514" actId="164"/>
          <ac:grpSpMkLst>
            <pc:docMk/>
            <pc:sldMk cId="2724117479" sldId="256"/>
            <ac:grpSpMk id="108" creationId="{3C406A55-6859-AB40-434A-1655C7FEFA9B}"/>
          </ac:grpSpMkLst>
        </pc:grpChg>
        <pc:grpChg chg="add mod">
          <ac:chgData name="Craig,Patrick J" userId="3fea334b-941b-4097-84ca-74bb51a47df0" providerId="ADAL" clId="{FB61B218-9E33-40B1-8BCA-82030F691F3E}" dt="2025-01-22T00:30:09.457" v="3592" actId="1076"/>
          <ac:grpSpMkLst>
            <pc:docMk/>
            <pc:sldMk cId="2724117479" sldId="256"/>
            <ac:grpSpMk id="128" creationId="{CD0FC008-A70A-47B1-D37B-335590F06F4B}"/>
          </ac:grpSpMkLst>
        </pc:grpChg>
        <pc:grpChg chg="add mod">
          <ac:chgData name="Craig,Patrick J" userId="3fea334b-941b-4097-84ca-74bb51a47df0" providerId="ADAL" clId="{FB61B218-9E33-40B1-8BCA-82030F691F3E}" dt="2025-01-22T00:46:41.921" v="3659" actId="1076"/>
          <ac:grpSpMkLst>
            <pc:docMk/>
            <pc:sldMk cId="2724117479" sldId="256"/>
            <ac:grpSpMk id="130" creationId="{01B12895-DD34-0F27-94D3-F74259FDA0E4}"/>
          </ac:grpSpMkLst>
        </pc:grpChg>
        <pc:grpChg chg="add mod">
          <ac:chgData name="Craig,Patrick J" userId="3fea334b-941b-4097-84ca-74bb51a47df0" providerId="ADAL" clId="{FB61B218-9E33-40B1-8BCA-82030F691F3E}" dt="2025-01-22T00:25:35.495" v="3580" actId="1076"/>
          <ac:grpSpMkLst>
            <pc:docMk/>
            <pc:sldMk cId="2724117479" sldId="256"/>
            <ac:grpSpMk id="131" creationId="{4E07871C-D022-5B90-4561-DEF17A43FAE6}"/>
          </ac:grpSpMkLst>
        </pc:grpChg>
        <pc:grpChg chg="add mod">
          <ac:chgData name="Craig,Patrick J" userId="3fea334b-941b-4097-84ca-74bb51a47df0" providerId="ADAL" clId="{FB61B218-9E33-40B1-8BCA-82030F691F3E}" dt="2025-01-22T00:25:39.676" v="3581" actId="1076"/>
          <ac:grpSpMkLst>
            <pc:docMk/>
            <pc:sldMk cId="2724117479" sldId="256"/>
            <ac:grpSpMk id="133" creationId="{DDD39744-A988-B573-3723-97603FEC1FBC}"/>
          </ac:grpSpMkLst>
        </pc:grpChg>
        <pc:graphicFrameChg chg="add mod modGraphic">
          <ac:chgData name="Craig,Patrick J" userId="3fea334b-941b-4097-84ca-74bb51a47df0" providerId="ADAL" clId="{FB61B218-9E33-40B1-8BCA-82030F691F3E}" dt="2025-01-22T14:38:45.762" v="3686" actId="1076"/>
          <ac:graphicFrameMkLst>
            <pc:docMk/>
            <pc:sldMk cId="2724117479" sldId="256"/>
            <ac:graphicFrameMk id="81" creationId="{5B961FDC-4063-B040-A2B6-8F0FB6A4D1B3}"/>
          </ac:graphicFrameMkLst>
        </pc:graphicFrameChg>
        <pc:picChg chg="mod topLvl">
          <ac:chgData name="Craig,Patrick J" userId="3fea334b-941b-4097-84ca-74bb51a47df0" providerId="ADAL" clId="{FB61B218-9E33-40B1-8BCA-82030F691F3E}" dt="2025-01-22T00:30:09.457" v="3592" actId="1076"/>
          <ac:picMkLst>
            <pc:docMk/>
            <pc:sldMk cId="2724117479" sldId="256"/>
            <ac:picMk id="10" creationId="{681472A3-A63B-8EE9-45AD-AAF4754CDD03}"/>
          </ac:picMkLst>
        </pc:picChg>
        <pc:picChg chg="mod">
          <ac:chgData name="Craig,Patrick J" userId="3fea334b-941b-4097-84ca-74bb51a47df0" providerId="ADAL" clId="{FB61B218-9E33-40B1-8BCA-82030F691F3E}" dt="2025-01-22T00:24:52.946" v="3573" actId="1076"/>
          <ac:picMkLst>
            <pc:docMk/>
            <pc:sldMk cId="2724117479" sldId="256"/>
            <ac:picMk id="11" creationId="{03C3EF49-8055-F841-9648-A135F807E277}"/>
          </ac:picMkLst>
        </pc:picChg>
        <pc:picChg chg="mod">
          <ac:chgData name="Craig,Patrick J" userId="3fea334b-941b-4097-84ca-74bb51a47df0" providerId="ADAL" clId="{FB61B218-9E33-40B1-8BCA-82030F691F3E}" dt="2025-01-21T17:23:27.850" v="145" actId="165"/>
          <ac:picMkLst>
            <pc:docMk/>
            <pc:sldMk cId="2724117479" sldId="256"/>
            <ac:picMk id="17" creationId="{03876E4C-A97D-9A25-EA44-A9C225B9321D}"/>
          </ac:picMkLst>
        </pc:picChg>
        <pc:picChg chg="mod">
          <ac:chgData name="Craig,Patrick J" userId="3fea334b-941b-4097-84ca-74bb51a47df0" providerId="ADAL" clId="{FB61B218-9E33-40B1-8BCA-82030F691F3E}" dt="2025-01-21T17:23:27.850" v="145" actId="165"/>
          <ac:picMkLst>
            <pc:docMk/>
            <pc:sldMk cId="2724117479" sldId="256"/>
            <ac:picMk id="18" creationId="{358537B2-E21F-02C3-B65E-14873D93BC0A}"/>
          </ac:picMkLst>
        </pc:picChg>
        <pc:picChg chg="mod">
          <ac:chgData name="Craig,Patrick J" userId="3fea334b-941b-4097-84ca-74bb51a47df0" providerId="ADAL" clId="{FB61B218-9E33-40B1-8BCA-82030F691F3E}" dt="2025-01-21T17:23:27.850" v="145" actId="165"/>
          <ac:picMkLst>
            <pc:docMk/>
            <pc:sldMk cId="2724117479" sldId="256"/>
            <ac:picMk id="21" creationId="{51A72079-432F-E6F9-92CA-5C202040CFCB}"/>
          </ac:picMkLst>
        </pc:picChg>
        <pc:picChg chg="mod topLvl">
          <ac:chgData name="Craig,Patrick J" userId="3fea334b-941b-4097-84ca-74bb51a47df0" providerId="ADAL" clId="{FB61B218-9E33-40B1-8BCA-82030F691F3E}" dt="2025-01-22T11:49:56.696" v="3678" actId="1076"/>
          <ac:picMkLst>
            <pc:docMk/>
            <pc:sldMk cId="2724117479" sldId="256"/>
            <ac:picMk id="36" creationId="{3DE0F204-DCF2-8726-F93C-994379C6D01D}"/>
          </ac:picMkLst>
        </pc:picChg>
        <pc:picChg chg="add mod">
          <ac:chgData name="Craig,Patrick J" userId="3fea334b-941b-4097-84ca-74bb51a47df0" providerId="ADAL" clId="{FB61B218-9E33-40B1-8BCA-82030F691F3E}" dt="2025-01-22T14:38:45.762" v="3686" actId="1076"/>
          <ac:picMkLst>
            <pc:docMk/>
            <pc:sldMk cId="2724117479" sldId="256"/>
            <ac:picMk id="82" creationId="{92BB6D27-3DAB-6DA3-A853-DA0B4F17ADA8}"/>
          </ac:picMkLst>
        </pc:picChg>
        <pc:picChg chg="add mod">
          <ac:chgData name="Craig,Patrick J" userId="3fea334b-941b-4097-84ca-74bb51a47df0" providerId="ADAL" clId="{FB61B218-9E33-40B1-8BCA-82030F691F3E}" dt="2025-01-22T00:07:23.126" v="2632" actId="1076"/>
          <ac:picMkLst>
            <pc:docMk/>
            <pc:sldMk cId="2724117479" sldId="256"/>
            <ac:picMk id="104" creationId="{6FA8AF78-11B4-1E0D-033A-BAE18E9568B2}"/>
          </ac:picMkLst>
        </pc:picChg>
        <pc:picChg chg="mod topLvl">
          <ac:chgData name="Craig,Patrick J" userId="3fea334b-941b-4097-84ca-74bb51a47df0" providerId="ADAL" clId="{FB61B218-9E33-40B1-8BCA-82030F691F3E}" dt="2025-01-21T23:30:17.705" v="1522" actId="1076"/>
          <ac:picMkLst>
            <pc:docMk/>
            <pc:sldMk cId="2724117479" sldId="256"/>
            <ac:picMk id="1026" creationId="{7B43EFC4-474C-0733-6FB2-3344F88B2255}"/>
          </ac:picMkLst>
        </pc:picChg>
        <pc:picChg chg="add del mod">
          <ac:chgData name="Craig,Patrick J" userId="3fea334b-941b-4097-84ca-74bb51a47df0" providerId="ADAL" clId="{FB61B218-9E33-40B1-8BCA-82030F691F3E}" dt="2025-01-22T00:46:41.921" v="3659" actId="1076"/>
          <ac:picMkLst>
            <pc:docMk/>
            <pc:sldMk cId="2724117479" sldId="256"/>
            <ac:picMk id="1027" creationId="{97E4B1AA-9611-2C11-45B2-9378CDEEE1FF}"/>
          </ac:picMkLst>
        </pc:picChg>
        <pc:picChg chg="mod">
          <ac:chgData name="Craig,Patrick J" userId="3fea334b-941b-4097-84ca-74bb51a47df0" providerId="ADAL" clId="{FB61B218-9E33-40B1-8BCA-82030F691F3E}" dt="2025-01-21T23:30:17.705" v="1522" actId="1076"/>
          <ac:picMkLst>
            <pc:docMk/>
            <pc:sldMk cId="2724117479" sldId="256"/>
            <ac:picMk id="1028" creationId="{A40D69A6-6D74-69CB-48E4-B288F0451D3D}"/>
          </ac:picMkLst>
        </pc:picChg>
        <pc:picChg chg="mod">
          <ac:chgData name="Craig,Patrick J" userId="3fea334b-941b-4097-84ca-74bb51a47df0" providerId="ADAL" clId="{FB61B218-9E33-40B1-8BCA-82030F691F3E}" dt="2025-01-21T23:30:17.705" v="1522" actId="1076"/>
          <ac:picMkLst>
            <pc:docMk/>
            <pc:sldMk cId="2724117479" sldId="256"/>
            <ac:picMk id="1030" creationId="{394C5C42-17F8-E574-103B-945209F5B381}"/>
          </ac:picMkLst>
        </pc:picChg>
      </pc:sldChg>
    </pc:docChg>
  </pc:docChgLst>
  <pc:docChgLst>
    <pc:chgData name="Roy, Antika" userId="a0bf6c21-40ba-4064-9b61-0777633c8f1c" providerId="ADAL" clId="{BC10B8BE-3F5B-43DD-B028-95E14429EA74}"/>
    <pc:docChg chg="undo redo custSel modSld">
      <pc:chgData name="Roy, Antika" userId="a0bf6c21-40ba-4064-9b61-0777633c8f1c" providerId="ADAL" clId="{BC10B8BE-3F5B-43DD-B028-95E14429EA74}" dt="2025-02-10T13:59:35.827" v="1511" actId="1076"/>
      <pc:docMkLst>
        <pc:docMk/>
      </pc:docMkLst>
      <pc:sldChg chg="addSp delSp modSp mod modAnim">
        <pc:chgData name="Roy, Antika" userId="a0bf6c21-40ba-4064-9b61-0777633c8f1c" providerId="ADAL" clId="{BC10B8BE-3F5B-43DD-B028-95E14429EA74}" dt="2025-02-10T13:59:35.827" v="1511" actId="1076"/>
        <pc:sldMkLst>
          <pc:docMk/>
          <pc:sldMk cId="2724117479" sldId="256"/>
        </pc:sldMkLst>
        <pc:spChg chg="add del 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2" creationId="{7D91EDA0-A470-3F27-A0BE-0D2A659DE05C}"/>
          </ac:spMkLst>
        </pc:spChg>
        <pc:spChg chg="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7" creationId="{7E5619DA-083B-E010-935A-A2D6FEF2EA33}"/>
          </ac:spMkLst>
        </pc:spChg>
        <pc:spChg chg="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8" creationId="{8A0B3FDE-D608-8CE1-2EF4-461F2B02CBD2}"/>
          </ac:spMkLst>
        </pc:spChg>
        <pc:spChg chg="add 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12" creationId="{4B1F2160-EA37-D629-AF16-AFC81CFB1411}"/>
          </ac:spMkLst>
        </pc:spChg>
        <pc:spChg chg="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20" creationId="{52E66E28-D238-8FDB-A619-A9CE75C3BA00}"/>
          </ac:spMkLst>
        </pc:spChg>
        <pc:spChg chg="add mod topLvl">
          <ac:chgData name="Roy, Antika" userId="a0bf6c21-40ba-4064-9b61-0777633c8f1c" providerId="ADAL" clId="{BC10B8BE-3F5B-43DD-B028-95E14429EA74}" dt="2025-01-31T22:52:27.930" v="1453" actId="20577"/>
          <ac:spMkLst>
            <pc:docMk/>
            <pc:sldMk cId="2724117479" sldId="256"/>
            <ac:spMk id="22" creationId="{A8C5D9AB-ED46-8EEB-CCD1-477B2430E449}"/>
          </ac:spMkLst>
        </pc:spChg>
        <pc:spChg chg="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23" creationId="{B4BE1CB7-34FE-4971-BCCB-789C8C29AE28}"/>
          </ac:spMkLst>
        </pc:spChg>
        <pc:spChg chg="add mod topLvl">
          <ac:chgData name="Roy, Antika" userId="a0bf6c21-40ba-4064-9b61-0777633c8f1c" providerId="ADAL" clId="{BC10B8BE-3F5B-43DD-B028-95E14429EA74}" dt="2025-01-21T00:25:47.753" v="1121" actId="164"/>
          <ac:spMkLst>
            <pc:docMk/>
            <pc:sldMk cId="2724117479" sldId="256"/>
            <ac:spMk id="28" creationId="{09476E13-514F-C047-4895-A85B7E1A9C3B}"/>
          </ac:spMkLst>
        </pc:spChg>
        <pc:spChg chg="add mod topLvl">
          <ac:chgData name="Roy, Antika" userId="a0bf6c21-40ba-4064-9b61-0777633c8f1c" providerId="ADAL" clId="{BC10B8BE-3F5B-43DD-B028-95E14429EA74}" dt="2025-01-21T00:25:47.753" v="1121" actId="164"/>
          <ac:spMkLst>
            <pc:docMk/>
            <pc:sldMk cId="2724117479" sldId="256"/>
            <ac:spMk id="29" creationId="{3F833C9C-9E3E-E64C-DF96-BE1FF4FDF5E8}"/>
          </ac:spMkLst>
        </pc:spChg>
        <pc:spChg chg="add mod topLvl">
          <ac:chgData name="Roy, Antika" userId="a0bf6c21-40ba-4064-9b61-0777633c8f1c" providerId="ADAL" clId="{BC10B8BE-3F5B-43DD-B028-95E14429EA74}" dt="2025-01-21T00:25:47.753" v="1121" actId="164"/>
          <ac:spMkLst>
            <pc:docMk/>
            <pc:sldMk cId="2724117479" sldId="256"/>
            <ac:spMk id="30" creationId="{8E1C12CD-D692-B51B-A377-FA1C8DA0F2CB}"/>
          </ac:spMkLst>
        </pc:spChg>
        <pc:spChg chg="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31" creationId="{8382A879-C794-963A-2C44-C725DBF2BE93}"/>
          </ac:spMkLst>
        </pc:spChg>
        <pc:spChg chg="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37" creationId="{132F2703-BAB8-4D82-68F8-F29EFF9CFC99}"/>
          </ac:spMkLst>
        </pc:spChg>
        <pc:spChg chg="add 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41" creationId="{1D7660E2-D3E0-5258-F5D0-7F773B6901B5}"/>
          </ac:spMkLst>
        </pc:spChg>
        <pc:spChg chg="mod">
          <ac:chgData name="Roy, Antika" userId="a0bf6c21-40ba-4064-9b61-0777633c8f1c" providerId="ADAL" clId="{BC10B8BE-3F5B-43DD-B028-95E14429EA74}" dt="2025-01-22T14:47:07.298" v="1269" actId="1076"/>
          <ac:spMkLst>
            <pc:docMk/>
            <pc:sldMk cId="2724117479" sldId="256"/>
            <ac:spMk id="52" creationId="{8CA80F02-B7D0-C6C9-DF4C-55C632E69196}"/>
          </ac:spMkLst>
        </pc:spChg>
        <pc:spChg chg="mod">
          <ac:chgData name="Roy, Antika" userId="a0bf6c21-40ba-4064-9b61-0777633c8f1c" providerId="ADAL" clId="{BC10B8BE-3F5B-43DD-B028-95E14429EA74}" dt="2025-01-24T19:06:18.043" v="1329" actId="20577"/>
          <ac:spMkLst>
            <pc:docMk/>
            <pc:sldMk cId="2724117479" sldId="256"/>
            <ac:spMk id="55" creationId="{1667F013-86FF-4D5C-1978-138E566CEB39}"/>
          </ac:spMkLst>
        </pc:spChg>
        <pc:spChg chg="mod">
          <ac:chgData name="Roy, Antika" userId="a0bf6c21-40ba-4064-9b61-0777633c8f1c" providerId="ADAL" clId="{BC10B8BE-3F5B-43DD-B028-95E14429EA74}" dt="2025-01-21T00:28:42.879" v="1155" actId="1076"/>
          <ac:spMkLst>
            <pc:docMk/>
            <pc:sldMk cId="2724117479" sldId="256"/>
            <ac:spMk id="65" creationId="{A4B25C65-802A-9AE7-678F-7499BDF29A78}"/>
          </ac:spMkLst>
        </pc:spChg>
        <pc:spChg chg="add mod">
          <ac:chgData name="Roy, Antika" userId="a0bf6c21-40ba-4064-9b61-0777633c8f1c" providerId="ADAL" clId="{BC10B8BE-3F5B-43DD-B028-95E14429EA74}" dt="2025-01-31T22:58:45.483" v="1465" actId="20577"/>
          <ac:spMkLst>
            <pc:docMk/>
            <pc:sldMk cId="2724117479" sldId="256"/>
            <ac:spMk id="68" creationId="{725ABC5F-DAB5-A902-EED7-50A579BEB6BA}"/>
          </ac:spMkLst>
        </pc:spChg>
        <pc:spChg chg="add mod">
          <ac:chgData name="Roy, Antika" userId="a0bf6c21-40ba-4064-9b61-0777633c8f1c" providerId="ADAL" clId="{BC10B8BE-3F5B-43DD-B028-95E14429EA74}" dt="2025-02-01T19:36:32.186" v="1484" actId="1076"/>
          <ac:spMkLst>
            <pc:docMk/>
            <pc:sldMk cId="2724117479" sldId="256"/>
            <ac:spMk id="70" creationId="{F0922203-0EE6-5D38-CCA4-39527DADDC0B}"/>
          </ac:spMkLst>
        </pc:spChg>
        <pc:spChg chg="mod">
          <ac:chgData name="Roy, Antika" userId="a0bf6c21-40ba-4064-9b61-0777633c8f1c" providerId="ADAL" clId="{BC10B8BE-3F5B-43DD-B028-95E14429EA74}" dt="2025-01-22T14:48:18.923" v="1274" actId="1076"/>
          <ac:spMkLst>
            <pc:docMk/>
            <pc:sldMk cId="2724117479" sldId="256"/>
            <ac:spMk id="74" creationId="{7FBB9ED4-38F1-8369-3CD8-EA3268751283}"/>
          </ac:spMkLst>
        </pc:spChg>
        <pc:spChg chg="mod">
          <ac:chgData name="Roy, Antika" userId="a0bf6c21-40ba-4064-9b61-0777633c8f1c" providerId="ADAL" clId="{BC10B8BE-3F5B-43DD-B028-95E14429EA74}" dt="2025-01-22T01:03:09.914" v="1221" actId="1076"/>
          <ac:spMkLst>
            <pc:docMk/>
            <pc:sldMk cId="2724117479" sldId="256"/>
            <ac:spMk id="84" creationId="{8B263DEF-1036-E2E1-719A-BF676D514B64}"/>
          </ac:spMkLst>
        </pc:spChg>
        <pc:spChg chg="mod">
          <ac:chgData name="Roy, Antika" userId="a0bf6c21-40ba-4064-9b61-0777633c8f1c" providerId="ADAL" clId="{BC10B8BE-3F5B-43DD-B028-95E14429EA74}" dt="2025-01-22T15:43:30.913" v="1297" actId="1076"/>
          <ac:spMkLst>
            <pc:docMk/>
            <pc:sldMk cId="2724117479" sldId="256"/>
            <ac:spMk id="85" creationId="{BF42A3F3-DEDA-E629-5A9C-B38FE8D810E8}"/>
          </ac:spMkLst>
        </pc:spChg>
        <pc:spChg chg="mod">
          <ac:chgData name="Roy, Antika" userId="a0bf6c21-40ba-4064-9b61-0777633c8f1c" providerId="ADAL" clId="{BC10B8BE-3F5B-43DD-B028-95E14429EA74}" dt="2025-02-10T13:59:34.120" v="1508" actId="1076"/>
          <ac:spMkLst>
            <pc:docMk/>
            <pc:sldMk cId="2724117479" sldId="256"/>
            <ac:spMk id="90" creationId="{DF375425-1CB8-CF23-C130-85FF73ADC7A9}"/>
          </ac:spMkLst>
        </pc:spChg>
        <pc:spChg chg="mod">
          <ac:chgData name="Roy, Antika" userId="a0bf6c21-40ba-4064-9b61-0777633c8f1c" providerId="ADAL" clId="{BC10B8BE-3F5B-43DD-B028-95E14429EA74}" dt="2025-02-10T13:59:35.827" v="1511" actId="1076"/>
          <ac:spMkLst>
            <pc:docMk/>
            <pc:sldMk cId="2724117479" sldId="256"/>
            <ac:spMk id="91" creationId="{D85B8088-BC9B-677B-8B58-1065485852F1}"/>
          </ac:spMkLst>
        </pc:spChg>
        <pc:spChg chg="mod">
          <ac:chgData name="Roy, Antika" userId="a0bf6c21-40ba-4064-9b61-0777633c8f1c" providerId="ADAL" clId="{BC10B8BE-3F5B-43DD-B028-95E14429EA74}" dt="2025-01-22T01:04:24.168" v="1224" actId="14100"/>
          <ac:spMkLst>
            <pc:docMk/>
            <pc:sldMk cId="2724117479" sldId="256"/>
            <ac:spMk id="93" creationId="{7AB6897F-461C-E709-B539-837B41701422}"/>
          </ac:spMkLst>
        </pc:spChg>
        <pc:spChg chg="mod">
          <ac:chgData name="Roy, Antika" userId="a0bf6c21-40ba-4064-9b61-0777633c8f1c" providerId="ADAL" clId="{BC10B8BE-3F5B-43DD-B028-95E14429EA74}" dt="2025-01-22T01:03:56.893" v="1223" actId="14100"/>
          <ac:spMkLst>
            <pc:docMk/>
            <pc:sldMk cId="2724117479" sldId="256"/>
            <ac:spMk id="94" creationId="{EEDFC8CF-9504-14AB-6426-41E8E46BBC54}"/>
          </ac:spMkLst>
        </pc:spChg>
        <pc:spChg chg="mod">
          <ac:chgData name="Roy, Antika" userId="a0bf6c21-40ba-4064-9b61-0777633c8f1c" providerId="ADAL" clId="{BC10B8BE-3F5B-43DD-B028-95E14429EA74}" dt="2025-01-22T01:11:16.301" v="1228" actId="1038"/>
          <ac:spMkLst>
            <pc:docMk/>
            <pc:sldMk cId="2724117479" sldId="256"/>
            <ac:spMk id="97" creationId="{CEEA6E7A-B75E-BB32-041B-4CBEA4BB29D4}"/>
          </ac:spMkLst>
        </pc:spChg>
        <pc:spChg chg="mod">
          <ac:chgData name="Roy, Antika" userId="a0bf6c21-40ba-4064-9b61-0777633c8f1c" providerId="ADAL" clId="{BC10B8BE-3F5B-43DD-B028-95E14429EA74}" dt="2025-01-31T22:36:13.772" v="1416" actId="1076"/>
          <ac:spMkLst>
            <pc:docMk/>
            <pc:sldMk cId="2724117479" sldId="256"/>
            <ac:spMk id="117" creationId="{D2A66272-E081-9A86-6130-C224A2092971}"/>
          </ac:spMkLst>
        </pc:spChg>
        <pc:spChg chg="add mod">
          <ac:chgData name="Roy, Antika" userId="a0bf6c21-40ba-4064-9b61-0777633c8f1c" providerId="ADAL" clId="{BC10B8BE-3F5B-43DD-B028-95E14429EA74}" dt="2025-01-22T01:00:02.445" v="1219" actId="1076"/>
          <ac:spMkLst>
            <pc:docMk/>
            <pc:sldMk cId="2724117479" sldId="256"/>
            <ac:spMk id="119" creationId="{A3221697-6BD8-37F7-155A-6BCFB9A80149}"/>
          </ac:spMkLst>
        </pc:spChg>
        <pc:spChg chg="mod">
          <ac:chgData name="Roy, Antika" userId="a0bf6c21-40ba-4064-9b61-0777633c8f1c" providerId="ADAL" clId="{BC10B8BE-3F5B-43DD-B028-95E14429EA74}" dt="2025-01-21T00:34:35.303" v="1177" actId="1076"/>
          <ac:spMkLst>
            <pc:docMk/>
            <pc:sldMk cId="2724117479" sldId="256"/>
            <ac:spMk id="123" creationId="{F84114CE-4076-8A0C-91AF-1C310C983DF8}"/>
          </ac:spMkLst>
        </pc:spChg>
        <pc:spChg chg="mod">
          <ac:chgData name="Roy, Antika" userId="a0bf6c21-40ba-4064-9b61-0777633c8f1c" providerId="ADAL" clId="{BC10B8BE-3F5B-43DD-B028-95E14429EA74}" dt="2025-01-31T22:36:19.993" v="1417" actId="1076"/>
          <ac:spMkLst>
            <pc:docMk/>
            <pc:sldMk cId="2724117479" sldId="256"/>
            <ac:spMk id="129" creationId="{EC50393F-F42B-BBB3-A320-F5EA9A280CCE}"/>
          </ac:spMkLst>
        </pc:spChg>
        <pc:spChg chg="mod">
          <ac:chgData name="Roy, Antika" userId="a0bf6c21-40ba-4064-9b61-0777633c8f1c" providerId="ADAL" clId="{BC10B8BE-3F5B-43DD-B028-95E14429EA74}" dt="2025-01-31T22:36:06.786" v="1414" actId="1076"/>
          <ac:spMkLst>
            <pc:docMk/>
            <pc:sldMk cId="2724117479" sldId="256"/>
            <ac:spMk id="167" creationId="{97B8B7C3-1B4B-6BD8-22CB-4EACDDDD42C8}"/>
          </ac:spMkLst>
        </pc:spChg>
        <pc:grpChg chg="add mod">
          <ac:chgData name="Roy, Antika" userId="a0bf6c21-40ba-4064-9b61-0777633c8f1c" providerId="ADAL" clId="{BC10B8BE-3F5B-43DD-B028-95E14429EA74}" dt="2025-01-21T00:25:47.753" v="1121" actId="164"/>
          <ac:grpSpMkLst>
            <pc:docMk/>
            <pc:sldMk cId="2724117479" sldId="256"/>
            <ac:grpSpMk id="34" creationId="{31CBEF7B-1EF4-F080-69D4-D9650E084B75}"/>
          </ac:grpSpMkLst>
        </pc:grpChg>
        <pc:grpChg chg="mod">
          <ac:chgData name="Roy, Antika" userId="a0bf6c21-40ba-4064-9b61-0777633c8f1c" providerId="ADAL" clId="{BC10B8BE-3F5B-43DD-B028-95E14429EA74}" dt="2025-01-22T14:48:25.708" v="1275" actId="1076"/>
          <ac:grpSpMkLst>
            <pc:docMk/>
            <pc:sldMk cId="2724117479" sldId="256"/>
            <ac:grpSpMk id="106" creationId="{59418E6D-615A-7E6C-2802-73ADF25963AD}"/>
          </ac:grpSpMkLst>
        </pc:grpChg>
        <pc:grpChg chg="mod">
          <ac:chgData name="Roy, Antika" userId="a0bf6c21-40ba-4064-9b61-0777633c8f1c" providerId="ADAL" clId="{BC10B8BE-3F5B-43DD-B028-95E14429EA74}" dt="2025-01-31T22:36:13.772" v="1416" actId="1076"/>
          <ac:grpSpMkLst>
            <pc:docMk/>
            <pc:sldMk cId="2724117479" sldId="256"/>
            <ac:grpSpMk id="128" creationId="{CD0FC008-A70A-47B1-D37B-335590F06F4B}"/>
          </ac:grpSpMkLst>
        </pc:grpChg>
        <pc:grpChg chg="mod">
          <ac:chgData name="Roy, Antika" userId="a0bf6c21-40ba-4064-9b61-0777633c8f1c" providerId="ADAL" clId="{BC10B8BE-3F5B-43DD-B028-95E14429EA74}" dt="2025-01-22T15:44:31.960" v="1299" actId="1076"/>
          <ac:grpSpMkLst>
            <pc:docMk/>
            <pc:sldMk cId="2724117479" sldId="256"/>
            <ac:grpSpMk id="131" creationId="{4E07871C-D022-5B90-4561-DEF17A43FAE6}"/>
          </ac:grpSpMkLst>
        </pc:grpChg>
        <pc:picChg chg="add mod">
          <ac:chgData name="Roy, Antika" userId="a0bf6c21-40ba-4064-9b61-0777633c8f1c" providerId="ADAL" clId="{BC10B8BE-3F5B-43DD-B028-95E14429EA74}" dt="2025-01-20T20:11:11.934" v="10" actId="1076"/>
          <ac:picMkLst>
            <pc:docMk/>
            <pc:sldMk cId="2724117479" sldId="256"/>
            <ac:picMk id="5" creationId="{437C8B10-080E-6167-ED53-83FBB3202AD4}"/>
          </ac:picMkLst>
        </pc:picChg>
        <pc:picChg chg="mod topLvl">
          <ac:chgData name="Roy, Antika" userId="a0bf6c21-40ba-4064-9b61-0777633c8f1c" providerId="ADAL" clId="{BC10B8BE-3F5B-43DD-B028-95E14429EA74}" dt="2025-01-31T22:36:13.772" v="1416" actId="1076"/>
          <ac:picMkLst>
            <pc:docMk/>
            <pc:sldMk cId="2724117479" sldId="256"/>
            <ac:picMk id="10" creationId="{681472A3-A63B-8EE9-45AD-AAF4754CDD03}"/>
          </ac:picMkLst>
        </pc:picChg>
        <pc:picChg chg="add del mod">
          <ac:chgData name="Roy, Antika" userId="a0bf6c21-40ba-4064-9b61-0777633c8f1c" providerId="ADAL" clId="{BC10B8BE-3F5B-43DD-B028-95E14429EA74}" dt="2025-01-20T23:31:15.083" v="320" actId="1076"/>
          <ac:picMkLst>
            <pc:docMk/>
            <pc:sldMk cId="2724117479" sldId="256"/>
            <ac:picMk id="11" creationId="{03C3EF49-8055-F841-9648-A135F807E277}"/>
          </ac:picMkLst>
        </pc:picChg>
        <pc:picChg chg="add mod topLvl">
          <ac:chgData name="Roy, Antika" userId="a0bf6c21-40ba-4064-9b61-0777633c8f1c" providerId="ADAL" clId="{BC10B8BE-3F5B-43DD-B028-95E14429EA74}" dt="2025-01-22T01:07:27.334" v="1225" actId="14100"/>
          <ac:picMkLst>
            <pc:docMk/>
            <pc:sldMk cId="2724117479" sldId="256"/>
            <ac:picMk id="17" creationId="{03876E4C-A97D-9A25-EA44-A9C225B9321D}"/>
          </ac:picMkLst>
        </pc:picChg>
        <pc:picChg chg="add mod topLvl">
          <ac:chgData name="Roy, Antika" userId="a0bf6c21-40ba-4064-9b61-0777633c8f1c" providerId="ADAL" clId="{BC10B8BE-3F5B-43DD-B028-95E14429EA74}" dt="2025-01-31T21:25:03.666" v="1377" actId="1038"/>
          <ac:picMkLst>
            <pc:docMk/>
            <pc:sldMk cId="2724117479" sldId="256"/>
            <ac:picMk id="18" creationId="{358537B2-E21F-02C3-B65E-14873D93BC0A}"/>
          </ac:picMkLst>
        </pc:picChg>
        <pc:picChg chg="add mod topLvl">
          <ac:chgData name="Roy, Antika" userId="a0bf6c21-40ba-4064-9b61-0777633c8f1c" providerId="ADAL" clId="{BC10B8BE-3F5B-43DD-B028-95E14429EA74}" dt="2025-01-22T01:07:48.345" v="1227" actId="14100"/>
          <ac:picMkLst>
            <pc:docMk/>
            <pc:sldMk cId="2724117479" sldId="256"/>
            <ac:picMk id="21" creationId="{51A72079-432F-E6F9-92CA-5C202040CFCB}"/>
          </ac:picMkLst>
        </pc:picChg>
        <pc:picChg chg="add mod">
          <ac:chgData name="Roy, Antika" userId="a0bf6c21-40ba-4064-9b61-0777633c8f1c" providerId="ADAL" clId="{BC10B8BE-3F5B-43DD-B028-95E14429EA74}" dt="2025-01-21T00:33:41.495" v="1176" actId="1076"/>
          <ac:picMkLst>
            <pc:docMk/>
            <pc:sldMk cId="2724117479" sldId="256"/>
            <ac:picMk id="36" creationId="{3DE0F204-DCF2-8726-F93C-994379C6D01D}"/>
          </ac:picMkLst>
        </pc:picChg>
        <pc:picChg chg="add mod">
          <ac:chgData name="Roy, Antika" userId="a0bf6c21-40ba-4064-9b61-0777633c8f1c" providerId="ADAL" clId="{BC10B8BE-3F5B-43DD-B028-95E14429EA74}" dt="2025-02-01T21:36:50.178" v="1503" actId="14100"/>
          <ac:picMkLst>
            <pc:docMk/>
            <pc:sldMk cId="2724117479" sldId="256"/>
            <ac:picMk id="86" creationId="{10A64DF7-65EE-B25C-49B8-629E80B096B6}"/>
          </ac:picMkLst>
        </pc:picChg>
        <pc:picChg chg="mod">
          <ac:chgData name="Roy, Antika" userId="a0bf6c21-40ba-4064-9b61-0777633c8f1c" providerId="ADAL" clId="{BC10B8BE-3F5B-43DD-B028-95E14429EA74}" dt="2025-01-20T21:54:54.306" v="207" actId="1076"/>
          <ac:picMkLst>
            <pc:docMk/>
            <pc:sldMk cId="2724117479" sldId="256"/>
            <ac:picMk id="1026" creationId="{7B43EFC4-474C-0733-6FB2-3344F88B2255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FCB64-5903-004F-8B6A-4258F84502F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3E581-273E-414E-BB49-BFDACC95B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84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3E581-273E-414E-BB49-BFDACC95B5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30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3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8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19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5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2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3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2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0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7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794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A36F6-CC4B-3E46-B67E-89FF7DBF973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74FC-4B93-8848-8BD6-3321ED15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6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jpe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microsoft.com/office/2017/06/relationships/model3d" Target="../media/model3d1.glb"/><Relationship Id="rId14" Type="http://schemas.openxmlformats.org/officeDocument/2006/relationships/image" Target="../media/image11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Relationship Id="rId17" Type="http://schemas.openxmlformats.org/officeDocument/2006/relationships/image" Target="../media/image14.png"/><Relationship Id="rId18" Type="http://schemas.microsoft.com/office/2007/relationships/hdphoto" Target="../media/hdphoto1.wdp"/><Relationship Id="rId19" Type="http://schemas.openxmlformats.org/officeDocument/2006/relationships/image" Target="../media/image15.png"/><Relationship Id="rId20" Type="http://schemas.microsoft.com/office/2017/06/relationships/model3d" Target="../media/model3d2.glb"/><Relationship Id="rId21" Type="http://schemas.openxmlformats.org/officeDocument/2006/relationships/image" Target="../media/image16.png"/><Relationship Id="rId22" Type="http://schemas.openxmlformats.org/officeDocument/2006/relationships/image" Target="../media/image17.png"/><Relationship Id="rId23" Type="http://schemas.openxmlformats.org/officeDocument/2006/relationships/image" Target="../media/image18.png"/><Relationship Id="rId24" Type="http://schemas.openxmlformats.org/officeDocument/2006/relationships/image" Target="../media/image19.png"/><Relationship Id="rId25" Type="http://schemas.openxmlformats.org/officeDocument/2006/relationships/image" Target="../media/image20.jpeg"/><Relationship Id="rId26" Type="http://schemas.openxmlformats.org/officeDocument/2006/relationships/image" Target="../media/image21.png"/><Relationship Id="rId27" Type="http://schemas.openxmlformats.org/officeDocument/2006/relationships/image" Target="../media/image22.jpeg"/><Relationship Id="rId28" Type="http://schemas.openxmlformats.org/officeDocument/2006/relationships/image" Target="../media/image23.jpeg"/><Relationship Id="rId29" Type="http://schemas.openxmlformats.org/officeDocument/2006/relationships/image" Target="../media/image24.png"/><Relationship Id="rId30" Type="http://schemas.openxmlformats.org/officeDocument/2006/relationships/image" Target="../media/image25.png"/><Relationship Id="rId31" Type="http://schemas.openxmlformats.org/officeDocument/2006/relationships/image" Target="../media/image26.png"/><Relationship Id="rId32" Type="http://schemas.openxmlformats.org/officeDocument/2006/relationships/image" Target="../media/image27.png"/><Relationship Id="rId33" Type="http://schemas.openxmlformats.org/officeDocument/2006/relationships/image" Target="../media/image28.png"/><Relationship Id="rId34" Type="http://schemas.openxmlformats.org/officeDocument/2006/relationships/image" Target="../media/image29.png"/><Relationship Id="rId35" Type="http://schemas.openxmlformats.org/officeDocument/2006/relationships/image" Target="../media/image30.png"/><Relationship Id="rId36" Type="http://schemas.openxmlformats.org/officeDocument/2006/relationships/image" Target="../media/image31.png"/><Relationship Id="rId3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C3EF49-8055-F841-9648-A135F807E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891200" cy="50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C1382B-3EBD-CF4C-972A-20A960B49317}"/>
              </a:ext>
            </a:extLst>
          </p:cNvPr>
          <p:cNvSpPr txBox="1"/>
          <p:nvPr/>
        </p:nvSpPr>
        <p:spPr>
          <a:xfrm>
            <a:off x="5875338" y="365758"/>
            <a:ext cx="32140524" cy="370311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8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xrayrecon: Registering Gerber PCB Designs to Real X-ray CT Data</a:t>
            </a:r>
          </a:p>
          <a:p>
            <a:pPr algn="ctr"/>
            <a:r>
              <a:rPr lang="en-US" sz="4800">
                <a:solidFill>
                  <a:schemeClr val="bg1"/>
                </a:solidFill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Patrick Craig</a:t>
            </a:r>
          </a:p>
          <a:p>
            <a:pPr algn="ctr"/>
            <a:r>
              <a:rPr lang="en-US" sz="3600">
                <a:solidFill>
                  <a:schemeClr val="bg1"/>
                </a:solidFill>
                <a:latin typeface="Times New Roman" panose="02020603050405020304" pitchFamily="18" charset="0"/>
                <a:ea typeface="Helvetica Neue" panose="02000503000000020004" pitchFamily="2" charset="0"/>
                <a:cs typeface="Times New Roman" panose="02020603050405020304" pitchFamily="18" charset="0"/>
              </a:rPr>
              <a:t>xrayrecon Project — Sandia PCB X-ray CT Analysis Initiative</a:t>
            </a:r>
          </a:p>
          <a:p>
            <a:pPr algn="ctr"/>
            <a:endParaRPr lang="en-US" sz="3600">
              <a:solidFill>
                <a:schemeClr val="bg1"/>
              </a:solidFill>
              <a:latin typeface="Times New Roman" panose="02020603050405020304" pitchFamily="18" charset="0"/>
              <a:ea typeface="Helvetica Neue" panose="020005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41BA15-7D56-F3A0-0BA1-2CDA08622CDB}"/>
              </a:ext>
            </a:extLst>
          </p:cNvPr>
          <p:cNvSpPr/>
          <p:nvPr/>
        </p:nvSpPr>
        <p:spPr>
          <a:xfrm>
            <a:off x="666625" y="5108778"/>
            <a:ext cx="13716000" cy="2708572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9BD8F51-55CB-DA90-4E22-07902940C990}"/>
              </a:ext>
            </a:extLst>
          </p:cNvPr>
          <p:cNvSpPr/>
          <p:nvPr/>
        </p:nvSpPr>
        <p:spPr>
          <a:xfrm>
            <a:off x="15281756" y="5108778"/>
            <a:ext cx="13716000" cy="2708572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51871A9-5A90-19A3-4E3D-3EAD142CB074}"/>
              </a:ext>
            </a:extLst>
          </p:cNvPr>
          <p:cNvSpPr/>
          <p:nvPr/>
        </p:nvSpPr>
        <p:spPr>
          <a:xfrm>
            <a:off x="29715865" y="5108778"/>
            <a:ext cx="13716000" cy="2708572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7EE99-0C06-7641-932F-C3EE3D9D94F8}"/>
              </a:ext>
            </a:extLst>
          </p:cNvPr>
          <p:cNvSpPr/>
          <p:nvPr/>
        </p:nvSpPr>
        <p:spPr>
          <a:xfrm>
            <a:off x="654866" y="5108778"/>
            <a:ext cx="13716000" cy="1110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Pillars of the xrayrecon Toolkit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84114CE-4076-8A0C-91AF-1C310C983DF8}"/>
              </a:ext>
            </a:extLst>
          </p:cNvPr>
          <p:cNvSpPr/>
          <p:nvPr/>
        </p:nvSpPr>
        <p:spPr>
          <a:xfrm>
            <a:off x="29715865" y="5100295"/>
            <a:ext cx="13716000" cy="1110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An Open, Scriptable Python Pipeline</a:t>
            </a:r>
            <a:endParaRPr 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7B8B7C3-1B4B-6BD8-22CB-4EACDDDD42C8}"/>
              </a:ext>
            </a:extLst>
          </p:cNvPr>
          <p:cNvSpPr/>
          <p:nvPr/>
        </p:nvSpPr>
        <p:spPr>
          <a:xfrm>
            <a:off x="29728052" y="26605395"/>
            <a:ext cx="13716000" cy="1110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E07871C-D022-5B90-4561-DEF17A43FAE6}"/>
              </a:ext>
            </a:extLst>
          </p:cNvPr>
          <p:cNvGrpSpPr/>
          <p:nvPr/>
        </p:nvGrpSpPr>
        <p:grpSpPr>
          <a:xfrm>
            <a:off x="15288885" y="24090742"/>
            <a:ext cx="13723128" cy="7914897"/>
            <a:chOff x="15210659" y="5182752"/>
            <a:chExt cx="13723128" cy="791489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4B25C65-802A-9AE7-678F-7499BDF29A78}"/>
                </a:ext>
              </a:extLst>
            </p:cNvPr>
            <p:cNvSpPr/>
            <p:nvPr/>
          </p:nvSpPr>
          <p:spPr>
            <a:xfrm>
              <a:off x="15210659" y="5182752"/>
              <a:ext cx="13716000" cy="11108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 PCB Dataset: Gerber Design + Matched X-ray CT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1CBEF7B-1EF4-F080-69D4-D9650E084B75}"/>
                </a:ext>
              </a:extLst>
            </p:cNvPr>
            <p:cNvGrpSpPr/>
            <p:nvPr/>
          </p:nvGrpSpPr>
          <p:grpSpPr>
            <a:xfrm>
              <a:off x="15402756" y="6466913"/>
              <a:ext cx="13531031" cy="6630736"/>
              <a:chOff x="15209164" y="5213956"/>
              <a:chExt cx="13531031" cy="6630736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3876E4C-A97D-9A25-EA44-A9C225B93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06014" y="5257628"/>
                <a:ext cx="3264403" cy="3259197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358537B2-E21F-02C3-B65E-14873D93B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55226" y="5252839"/>
                <a:ext cx="3208804" cy="3265737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1A72079-432F-E6F9-92CA-5C202040C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flipH="1">
                <a:off x="24837904" y="5268960"/>
                <a:ext cx="3283138" cy="320044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C5D9AB-ED46-8EEB-CCD1-477B2430E449}"/>
                  </a:ext>
                </a:extLst>
              </p:cNvPr>
              <p:cNvSpPr txBox="1"/>
              <p:nvPr/>
            </p:nvSpPr>
            <p:spPr>
              <a:xfrm>
                <a:off x="15209164" y="8982370"/>
                <a:ext cx="13531031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real X-ray CT scan of a physical PCB loaded alongside a real Gerber design, streamed from a ~22 GB TIFF stack at responsive resolution.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yet a confirmed registered pair — shown side by side as independent real data until voxel spacing is calibrated and registration is run.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companion synthetic ENIG/HASL stackup (nickel, gold, tin, lead finishes) exercises the same material-labeling pipeline with fully known ground truth.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476E13-514F-C047-4895-A85B7E1A9C3B}"/>
                  </a:ext>
                </a:extLst>
              </p:cNvPr>
              <p:cNvSpPr txBox="1"/>
              <p:nvPr/>
            </p:nvSpPr>
            <p:spPr>
              <a:xfrm>
                <a:off x="15720986" y="5284462"/>
                <a:ext cx="59182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b="1">
                    <a:solidFill>
                      <a:schemeClr val="bg1"/>
                    </a:solidFill>
                    <a:highlight>
                      <a:srgbClr val="80808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833C9C-9E3E-E64C-DF96-BE1FF4FDF5E8}"/>
                  </a:ext>
                </a:extLst>
              </p:cNvPr>
              <p:cNvSpPr txBox="1"/>
              <p:nvPr/>
            </p:nvSpPr>
            <p:spPr>
              <a:xfrm>
                <a:off x="19834629" y="5213956"/>
                <a:ext cx="561372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b="1">
                    <a:solidFill>
                      <a:schemeClr val="bg1"/>
                    </a:solidFill>
                    <a:highlight>
                      <a:srgbClr val="80808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1C12CD-D692-B51B-A377-FA1C8DA0F2CB}"/>
                  </a:ext>
                </a:extLst>
              </p:cNvPr>
              <p:cNvSpPr txBox="1"/>
              <p:nvPr/>
            </p:nvSpPr>
            <p:spPr>
              <a:xfrm>
                <a:off x="24149920" y="5280891"/>
                <a:ext cx="59182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b="1">
                    <a:solidFill>
                      <a:schemeClr val="bg1"/>
                    </a:solidFill>
                    <a:highlight>
                      <a:srgbClr val="80808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FBB9ED4-38F1-8369-3CD8-EA3268751283}"/>
              </a:ext>
            </a:extLst>
          </p:cNvPr>
          <p:cNvSpPr txBox="1"/>
          <p:nvPr/>
        </p:nvSpPr>
        <p:spPr>
          <a:xfrm>
            <a:off x="761291" y="19790248"/>
            <a:ext cx="136095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dual-pane 3D viewer renders real X-ray CT data and a Gerber-derived model side by side, each with independent camera, threshold, and opacity controls.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 5-DOF manual registration tool (XYZ translate, Z-rotation, uniform scale) aligns the Gerber model to real CT data with a live red/green overlay preview.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Once registered, the Gerber model's known per-voxel materials are resampled onto the real CT grid to auto-label it, verified against a known synthetic ground truth.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DD39744-A988-B573-3723-97603FEC1FBC}"/>
              </a:ext>
            </a:extLst>
          </p:cNvPr>
          <p:cNvGrpSpPr/>
          <p:nvPr/>
        </p:nvGrpSpPr>
        <p:grpSpPr>
          <a:xfrm>
            <a:off x="15303977" y="15295238"/>
            <a:ext cx="13708036" cy="8377136"/>
            <a:chOff x="15265933" y="13206549"/>
            <a:chExt cx="13708036" cy="8377136"/>
          </a:xfrm>
        </p:grpSpPr>
        <p:pic>
          <p:nvPicPr>
            <p:cNvPr id="36" name="Picture 35" descr="A diagram of a plant&#10;&#10;Description automatically generated">
              <a:extLst>
                <a:ext uri="{FF2B5EF4-FFF2-40B4-BE49-F238E27FC236}">
                  <a16:creationId xmlns:a16="http://schemas.microsoft.com/office/drawing/2014/main" id="{3DE0F204-DCF2-8726-F93C-994379C6D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5839343" y="14515673"/>
              <a:ext cx="12801134" cy="4759688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539752E-459C-BF64-B348-F69E5A4004A4}"/>
                </a:ext>
              </a:extLst>
            </p:cNvPr>
            <p:cNvSpPr txBox="1"/>
            <p:nvPr/>
          </p:nvSpPr>
          <p:spPr>
            <a:xfrm>
              <a:off x="15346479" y="19275361"/>
              <a:ext cx="13592366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dual-energy (80/140 kVp) simulated scan is decomposed per-ray into photoelectric and Compton basis functions, recovering Z_eff and electron density per voxel.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Recovered values are nearest-match classified against a materials database (copper, FR4, solder, gold, ...); electron density recovers geometry cleanly, while Z_eff recovery is noisier for low-Z materials — an honest, documented limitation.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AB6897F-461C-E709-B539-837B41701422}"/>
                </a:ext>
              </a:extLst>
            </p:cNvPr>
            <p:cNvSpPr/>
            <p:nvPr/>
          </p:nvSpPr>
          <p:spPr>
            <a:xfrm>
              <a:off x="15265933" y="13206549"/>
              <a:ext cx="13708036" cy="11108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Alvarez-Macovski Dual-Energy Material Classification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1B12895-DD34-0F27-94D3-F74259FDA0E4}"/>
              </a:ext>
            </a:extLst>
          </p:cNvPr>
          <p:cNvGrpSpPr/>
          <p:nvPr/>
        </p:nvGrpSpPr>
        <p:grpSpPr>
          <a:xfrm>
            <a:off x="15288885" y="5108778"/>
            <a:ext cx="13758854" cy="9735006"/>
            <a:chOff x="15327511" y="21829180"/>
            <a:chExt cx="13758854" cy="9735006"/>
          </a:xfrm>
        </p:grpSpPr>
        <p:pic>
          <p:nvPicPr>
            <p:cNvPr id="1027" name="Picture 3" descr="A diagram of a diagram&#10;&#10;Description automatically generated">
              <a:extLst>
                <a:ext uri="{FF2B5EF4-FFF2-40B4-BE49-F238E27FC236}">
                  <a16:creationId xmlns:a16="http://schemas.microsoft.com/office/drawing/2014/main" id="{97E4B1AA-9611-2C11-45B2-9378CDEEE1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37"/>
            <a:stretch/>
          </p:blipFill>
          <p:spPr bwMode="auto">
            <a:xfrm>
              <a:off x="15373271" y="23390280"/>
              <a:ext cx="13574608" cy="4474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F42A3F3-DEDA-E629-5A9C-B38FE8D810E8}"/>
                </a:ext>
              </a:extLst>
            </p:cNvPr>
            <p:cNvSpPr txBox="1"/>
            <p:nvPr/>
          </p:nvSpPr>
          <p:spPr>
            <a:xfrm>
              <a:off x="15373271" y="28147866"/>
              <a:ext cx="13713094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true Radon-transform + filtered-back-projection simulation (scikit-image) of a Gerber stackup's voxelized (Z_eff, electron density) data produces a realistic CT volume with authentic FBP artifacts — no added noise.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Because the simulated CT and the Gerber ground truth derive from the same voxel grid, this pair is perfectly pre-registered — ideal for validating label-transfer logic before tackling real, misaligned CT data.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EDFC8CF-9504-14AB-6426-41E8E46BBC54}"/>
                </a:ext>
              </a:extLst>
            </p:cNvPr>
            <p:cNvSpPr/>
            <p:nvPr/>
          </p:nvSpPr>
          <p:spPr>
            <a:xfrm>
              <a:off x="15327511" y="21829180"/>
              <a:ext cx="13728186" cy="11108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X-ray/CT Validation Bridge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C406A55-6859-AB40-434A-1655C7FEFA9B}"/>
              </a:ext>
            </a:extLst>
          </p:cNvPr>
          <p:cNvGrpSpPr/>
          <p:nvPr/>
        </p:nvGrpSpPr>
        <p:grpSpPr>
          <a:xfrm>
            <a:off x="654866" y="25271346"/>
            <a:ext cx="13708537" cy="6744397"/>
            <a:chOff x="654866" y="25565995"/>
            <a:chExt cx="13708537" cy="6744397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5DF7CFA8-0D49-01C3-2E89-FFD68ED9B9D3}"/>
                </a:ext>
              </a:extLst>
            </p:cNvPr>
            <p:cNvGrpSpPr/>
            <p:nvPr/>
          </p:nvGrpSpPr>
          <p:grpSpPr>
            <a:xfrm>
              <a:off x="654866" y="25565995"/>
              <a:ext cx="13708537" cy="6744397"/>
              <a:chOff x="530439" y="18828300"/>
              <a:chExt cx="13708537" cy="6744397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392AFEDF-B5D2-D9D8-9CED-AF9A9F6404CA}"/>
                  </a:ext>
                </a:extLst>
              </p:cNvPr>
              <p:cNvGrpSpPr/>
              <p:nvPr/>
            </p:nvGrpSpPr>
            <p:grpSpPr>
              <a:xfrm>
                <a:off x="726722" y="18828300"/>
                <a:ext cx="13512254" cy="4208555"/>
                <a:chOff x="726722" y="18828300"/>
                <a:chExt cx="13512254" cy="4208555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66BF38C7-5638-5014-6230-2C01EEDCD6A0}"/>
                    </a:ext>
                  </a:extLst>
                </p:cNvPr>
                <p:cNvGrpSpPr/>
                <p:nvPr/>
              </p:nvGrpSpPr>
              <p:grpSpPr>
                <a:xfrm>
                  <a:off x="726722" y="19262925"/>
                  <a:ext cx="8706817" cy="3587067"/>
                  <a:chOff x="1066800" y="7078440"/>
                  <a:chExt cx="13020487" cy="4840299"/>
                </a:xfrm>
              </p:grpSpPr>
              <p:pic>
                <p:nvPicPr>
                  <p:cNvPr id="1028" name="Picture 4">
                    <a:extLst>
                      <a:ext uri="{FF2B5EF4-FFF2-40B4-BE49-F238E27FC236}">
                        <a16:creationId xmlns:a16="http://schemas.microsoft.com/office/drawing/2014/main" id="{A40D69A6-6D74-69CB-48E4-B288F0451D3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66800" y="7078440"/>
                    <a:ext cx="5597076" cy="483998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30" name="Picture 6">
                    <a:extLst>
                      <a:ext uri="{FF2B5EF4-FFF2-40B4-BE49-F238E27FC236}">
                        <a16:creationId xmlns:a16="http://schemas.microsoft.com/office/drawing/2014/main" id="{394C5C42-17F8-E574-103B-945209F5B38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959213" y="7103927"/>
                    <a:ext cx="7128074" cy="481481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1026" name="Picture 2">
                  <a:extLst>
                    <a:ext uri="{FF2B5EF4-FFF2-40B4-BE49-F238E27FC236}">
                      <a16:creationId xmlns:a16="http://schemas.microsoft.com/office/drawing/2014/main" id="{7B43EFC4-474C-0733-6FB2-3344F88B225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99696" y="18828300"/>
                  <a:ext cx="5539280" cy="42085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67F013-86FF-4D5C-1978-138E566CEB39}"/>
                  </a:ext>
                </a:extLst>
              </p:cNvPr>
              <p:cNvSpPr txBox="1"/>
              <p:nvPr/>
            </p:nvSpPr>
            <p:spPr>
              <a:xfrm>
                <a:off x="530439" y="23264373"/>
                <a:ext cx="1365578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Comparing a PCB's real X-ray CT scan to its as-designed Gerber files is normally manual and error-prone. (A) a 2D X-ray projection and (B) a reconstructed cross-section from real PCB CT data; (C) the same kind of data explored live in xrayrecon's dual-pane viewer.</a:t>
                </a:r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A52E22C-DE38-8BCC-B158-8EEC24543B67}"/>
                </a:ext>
              </a:extLst>
            </p:cNvPr>
            <p:cNvGrpSpPr/>
            <p:nvPr/>
          </p:nvGrpSpPr>
          <p:grpSpPr>
            <a:xfrm>
              <a:off x="1097375" y="26228138"/>
              <a:ext cx="9706828" cy="659285"/>
              <a:chOff x="963719" y="19508508"/>
              <a:chExt cx="9706828" cy="659285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C7612A6-937B-348F-F095-B8DFEEB80AB8}"/>
                  </a:ext>
                </a:extLst>
              </p:cNvPr>
              <p:cNvSpPr/>
              <p:nvPr/>
            </p:nvSpPr>
            <p:spPr>
              <a:xfrm>
                <a:off x="10129140" y="19508508"/>
                <a:ext cx="541407" cy="659285"/>
              </a:xfrm>
              <a:prstGeom prst="rect">
                <a:avLst/>
              </a:prstGeom>
              <a:solidFill>
                <a:srgbClr val="7671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36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DF375425-1CB8-CF23-C130-85FF73ADC7A9}"/>
                  </a:ext>
                </a:extLst>
              </p:cNvPr>
              <p:cNvSpPr/>
              <p:nvPr/>
            </p:nvSpPr>
            <p:spPr>
              <a:xfrm>
                <a:off x="4802852" y="19508508"/>
                <a:ext cx="541407" cy="659285"/>
              </a:xfrm>
              <a:prstGeom prst="rect">
                <a:avLst/>
              </a:prstGeom>
              <a:solidFill>
                <a:srgbClr val="7671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3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85B8088-BC9B-677B-8B58-1065485852F1}"/>
                  </a:ext>
                </a:extLst>
              </p:cNvPr>
              <p:cNvSpPr/>
              <p:nvPr/>
            </p:nvSpPr>
            <p:spPr>
              <a:xfrm>
                <a:off x="963719" y="19508508"/>
                <a:ext cx="541407" cy="659285"/>
              </a:xfrm>
              <a:prstGeom prst="rect">
                <a:avLst/>
              </a:prstGeom>
              <a:solidFill>
                <a:srgbClr val="7671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3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</p:grp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CEEA6E7A-B75E-BB32-041B-4CBEA4BB29D4}"/>
              </a:ext>
            </a:extLst>
          </p:cNvPr>
          <p:cNvSpPr/>
          <p:nvPr/>
        </p:nvSpPr>
        <p:spPr>
          <a:xfrm>
            <a:off x="647180" y="24090742"/>
            <a:ext cx="13716000" cy="1110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rtl="0" eaLnBrk="1" latinLnBrk="0" hangingPunct="1"/>
            <a:r>
              <a:rPr lang="en-US" sz="4400" kern="12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Addressing Challenges in PCB Design Verification</a:t>
            </a:r>
            <a:endParaRPr lang="en-US" sz="4400">
              <a:effectLst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9EAA61E-EFCA-48E4-313E-A9BE777DF8F6}"/>
              </a:ext>
            </a:extLst>
          </p:cNvPr>
          <p:cNvGrpSpPr>
            <a:grpSpLocks/>
          </p:cNvGrpSpPr>
          <p:nvPr/>
        </p:nvGrpSpPr>
        <p:grpSpPr>
          <a:xfrm>
            <a:off x="7363682" y="7858841"/>
            <a:ext cx="7071832" cy="4544482"/>
            <a:chOff x="7584433" y="6452713"/>
            <a:chExt cx="6712726" cy="4079145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1E9DDF9-0CB6-E432-BA9C-013D43D1A2A0}"/>
                </a:ext>
              </a:extLst>
            </p:cNvPr>
            <p:cNvSpPr>
              <a:spLocks/>
            </p:cNvSpPr>
            <p:nvPr/>
          </p:nvSpPr>
          <p:spPr>
            <a:xfrm>
              <a:off x="10346385" y="7304896"/>
              <a:ext cx="848280" cy="82931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831B90B-EF6E-A6DD-2AB1-7D023E591F3E}"/>
                </a:ext>
              </a:extLst>
            </p:cNvPr>
            <p:cNvGrpSpPr>
              <a:grpSpLocks/>
            </p:cNvGrpSpPr>
            <p:nvPr/>
          </p:nvGrpSpPr>
          <p:grpSpPr>
            <a:xfrm>
              <a:off x="7584433" y="6452713"/>
              <a:ext cx="6712726" cy="4079145"/>
              <a:chOff x="7584433" y="6452713"/>
              <a:chExt cx="6712726" cy="4079145"/>
            </a:xfrm>
          </p:grpSpPr>
          <mc:AlternateContent xmlns:mc="http://schemas.openxmlformats.org/markup-compatibility/2006">
            <mc:Choice xmlns:am3d="http://schemas.microsoft.com/office/drawing/2017/model3d" Requires="am3d">
              <p:graphicFrame>
                <p:nvGraphicFramePr>
                  <p:cNvPr id="81" name="3D Model 80">
                    <a:extLst>
                      <a:ext uri="{FF2B5EF4-FFF2-40B4-BE49-F238E27FC236}">
                        <a16:creationId xmlns:a16="http://schemas.microsoft.com/office/drawing/2014/main" id="{5B961FDC-4063-B040-A2B6-8F0FB6A4D1B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67315559"/>
                      </p:ext>
                    </p:extLst>
                  </p:nvPr>
                </p:nvGraphicFramePr>
                <p:xfrm>
                  <a:off x="8016694" y="6622218"/>
                  <a:ext cx="2317932" cy="2222277"/>
                </p:xfrm>
                <a:graphic>
                  <a:graphicData uri="http://schemas.microsoft.com/office/drawing/2017/model3d">
                    <am3d:model3d r:embed="rId13">
                      <am3d:spPr>
                        <a:xfrm>
                          <a:off x="0" y="0"/>
                          <a:ext cx="2317932" cy="2222277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59538401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1574" d="1000000"/>
                        <am3d:preTrans dx="1019963" dy="-12716958" dz="9199019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-246179" ay="4014972" az="-226498"/>
                        <am3d:postTrans dx="0" dy="0" dz="0"/>
                      </am3d:trans>
                      <am3d:raster rName="Office3DRenderer" rVer="16.0.8326">
                        <am3d:blip r:embed="rId14"/>
                      </am3d:raster>
                      <am3d:objViewport viewportSz="3088048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>
              <p:pic>
                <p:nvPicPr>
                  <p:cNvPr id="81" name="3D Model 80">
                    <a:extLst>
                      <a:ext uri="{FF2B5EF4-FFF2-40B4-BE49-F238E27FC236}">
                        <a16:creationId xmlns:a16="http://schemas.microsoft.com/office/drawing/2014/main" id="{5B961FDC-4063-B040-A2B6-8F0FB6A4D1B3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7819067" y="8047683"/>
                    <a:ext cx="2441933" cy="2475788"/>
                  </a:xfrm>
                  <a:prstGeom prst="rect">
                    <a:avLst/>
                  </a:prstGeom>
                </p:spPr>
              </p:pic>
            </mc:Fallback>
          </mc:AlternateContent>
          <p:pic>
            <p:nvPicPr>
              <p:cNvPr id="82" name="Picture 2">
                <a:extLst>
                  <a:ext uri="{FF2B5EF4-FFF2-40B4-BE49-F238E27FC236}">
                    <a16:creationId xmlns:a16="http://schemas.microsoft.com/office/drawing/2014/main" id="{92BB6D27-3DAB-6DA3-A853-DA0B4F17AD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95863" y="6452713"/>
                <a:ext cx="3371154" cy="25612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B263DEF-1036-E2E1-719A-BF676D514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84433" y="9454438"/>
                <a:ext cx="6712726" cy="1077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ctr" rtl="0" eaLnBrk="1" latinLnBrk="0" hangingPunct="1"/>
                <a:r>
                  <a:rPr lang="en-US" sz="3600" kern="120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Dual-Energy Physics: Beyond Two Materials</a:t>
                </a:r>
                <a:endParaRPr lang="en-US" sz="54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9418E6D-615A-7E6C-2802-73ADF25963AD}"/>
              </a:ext>
            </a:extLst>
          </p:cNvPr>
          <p:cNvGrpSpPr>
            <a:grpSpLocks/>
          </p:cNvGrpSpPr>
          <p:nvPr/>
        </p:nvGrpSpPr>
        <p:grpSpPr>
          <a:xfrm>
            <a:off x="1277763" y="6602396"/>
            <a:ext cx="6073533" cy="6007714"/>
            <a:chOff x="17547939" y="10110821"/>
            <a:chExt cx="11278059" cy="11154873"/>
          </a:xfrm>
          <a:solidFill>
            <a:srgbClr val="FFFFFF"/>
          </a:solidFill>
        </p:grpSpPr>
        <p:pic>
          <p:nvPicPr>
            <p:cNvPr id="104" name="Picture 3" descr="A diagram of a diagram&#10;&#10;Description automatically generated">
              <a:extLst>
                <a:ext uri="{FF2B5EF4-FFF2-40B4-BE49-F238E27FC236}">
                  <a16:creationId xmlns:a16="http://schemas.microsoft.com/office/drawing/2014/main" id="{6FA8AF78-11B4-1E0D-033A-BAE18E9568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160" b="27987"/>
            <a:stretch/>
          </p:blipFill>
          <p:spPr bwMode="auto">
            <a:xfrm>
              <a:off x="17547939" y="10110821"/>
              <a:ext cx="11278059" cy="11154873"/>
            </a:xfrm>
            <a:prstGeom prst="rect">
              <a:avLst/>
            </a:prstGeom>
            <a:grpFill/>
          </p:spPr>
        </p:pic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854E90D-5AF6-E230-9571-FAFAA31B73BA}"/>
                </a:ext>
              </a:extLst>
            </p:cNvPr>
            <p:cNvSpPr>
              <a:spLocks/>
            </p:cNvSpPr>
            <p:nvPr/>
          </p:nvSpPr>
          <p:spPr>
            <a:xfrm>
              <a:off x="27289562" y="15289184"/>
              <a:ext cx="1428340" cy="15735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D0FC008-A70A-47B1-D37B-335590F06F4B}"/>
              </a:ext>
            </a:extLst>
          </p:cNvPr>
          <p:cNvGrpSpPr/>
          <p:nvPr/>
        </p:nvGrpSpPr>
        <p:grpSpPr>
          <a:xfrm>
            <a:off x="29865682" y="19409477"/>
            <a:ext cx="13547164" cy="7157814"/>
            <a:chOff x="29708178" y="16434569"/>
            <a:chExt cx="13547164" cy="7157814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681472A3-A63B-8EE9-45AD-AAF4754C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96018" y="16434569"/>
              <a:ext cx="11320820" cy="4875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2A66272-E081-9A86-6130-C224A2092971}"/>
                </a:ext>
              </a:extLst>
            </p:cNvPr>
            <p:cNvSpPr txBox="1"/>
            <p:nvPr/>
          </p:nvSpPr>
          <p:spPr>
            <a:xfrm>
              <a:off x="29708178" y="21284059"/>
              <a:ext cx="1354716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synthetic misalignment with a known answer key exercises the full registration UI before any real, noisy CT scan is attempted.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21 automated pytest checks cover registration math, material-label transfer, spacing metadata, and GUI smoke tests — all passing.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staged validation catches real bugs (a missing camera reset, stale layer ranges after a cube-depth change) long before they reach real data.</a:t>
              </a:r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C50393F-F42B-BBB3-A320-F5EA9A280CCE}"/>
              </a:ext>
            </a:extLst>
          </p:cNvPr>
          <p:cNvSpPr/>
          <p:nvPr/>
        </p:nvSpPr>
        <p:spPr>
          <a:xfrm>
            <a:off x="29703678" y="18251944"/>
            <a:ext cx="13716000" cy="1110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Validating Before Tackling Real Data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F28D992-98E2-20EB-781C-6111FCBC3CC3}"/>
              </a:ext>
            </a:extLst>
          </p:cNvPr>
          <p:cNvGrpSpPr/>
          <p:nvPr/>
        </p:nvGrpSpPr>
        <p:grpSpPr>
          <a:xfrm>
            <a:off x="1457482" y="12761031"/>
            <a:ext cx="11812400" cy="6407134"/>
            <a:chOff x="1715067" y="12845677"/>
            <a:chExt cx="11812400" cy="640713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91EDA0-A470-3F27-A0BE-0D2A659DE05C}"/>
                </a:ext>
              </a:extLst>
            </p:cNvPr>
            <p:cNvSpPr/>
            <p:nvPr/>
          </p:nvSpPr>
          <p:spPr>
            <a:xfrm>
              <a:off x="8233568" y="13151854"/>
              <a:ext cx="5293899" cy="53736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 cap="flat">
              <a:solidFill>
                <a:schemeClr val="accent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" name="Slide Number Placeholder 3">
              <a:extLst>
                <a:ext uri="{FF2B5EF4-FFF2-40B4-BE49-F238E27FC236}">
                  <a16:creationId xmlns:a16="http://schemas.microsoft.com/office/drawing/2014/main" id="{E3F855FC-E95E-B6D4-3D04-9112D4724338}"/>
                </a:ext>
              </a:extLst>
            </p:cNvPr>
            <p:cNvSpPr txBox="1">
              <a:spLocks/>
            </p:cNvSpPr>
            <p:nvPr/>
          </p:nvSpPr>
          <p:spPr>
            <a:xfrm>
              <a:off x="13254692" y="18517805"/>
              <a:ext cx="65" cy="194797"/>
            </a:xfrm>
            <a:prstGeom prst="rect">
              <a:avLst/>
            </a:prstGeom>
            <a:ln w="12700">
              <a:miter lim="400000"/>
            </a:ln>
          </p:spPr>
          <p:txBody>
            <a:bodyPr vert="horz" wrap="none" lIns="0" tIns="0" rIns="0" bIns="0" rtlCol="0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0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kern="1200" cap="none" spc="0" normalizeH="0" baseline="0">
                  <a:ln>
                    <a:noFill/>
                  </a:ln>
                  <a:solidFill>
                    <a:srgbClr val="003893"/>
                  </a:solidFill>
                  <a:effectLst/>
                  <a:uFillTx/>
                  <a:latin typeface="Gill Sans"/>
                  <a:ea typeface="Gill Sans"/>
                  <a:cs typeface="Gill Sans"/>
                  <a:sym typeface="Gill Sans"/>
                </a:defRPr>
              </a:lvl1pPr>
              <a:lvl2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2pPr>
              <a:lvl3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3pPr>
              <a:lvl4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4pPr>
              <a:lvl5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5pPr>
              <a:lvl6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6pPr>
              <a:lvl7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7pPr>
              <a:lvl8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8pPr>
              <a:lvl9pPr marL="0" marR="0" indent="0" algn="l" defTabSz="32145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" b="0" i="0" u="none" strike="noStrike" kern="120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Gill Sans Light"/>
                  <a:ea typeface="Gill Sans Light"/>
                  <a:cs typeface="Gill Sans Light"/>
                  <a:sym typeface="Gill Sans Light"/>
                </a:defRPr>
              </a:lvl9pPr>
            </a:lstStyle>
            <a:p>
              <a:pPr defTabSz="410751" hangingPunct="1">
                <a:defRPr/>
              </a:pPr>
              <a:endParaRPr lang="en-US" sz="1266" kern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5619DA-083B-E010-935A-A2D6FEF2EA33}"/>
                </a:ext>
              </a:extLst>
            </p:cNvPr>
            <p:cNvSpPr/>
            <p:nvPr/>
          </p:nvSpPr>
          <p:spPr>
            <a:xfrm>
              <a:off x="1715067" y="13606981"/>
              <a:ext cx="2409342" cy="46115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0B3FDE-D608-8CE1-2EF4-461F2B02CBD2}"/>
                </a:ext>
              </a:extLst>
            </p:cNvPr>
            <p:cNvSpPr/>
            <p:nvPr/>
          </p:nvSpPr>
          <p:spPr>
            <a:xfrm>
              <a:off x="2087322" y="12845677"/>
              <a:ext cx="1657797" cy="5606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D433E6F-68A4-11B7-E67F-7181AC488E97}"/>
                </a:ext>
              </a:extLst>
            </p:cNvPr>
            <p:cNvSpPr/>
            <p:nvPr/>
          </p:nvSpPr>
          <p:spPr>
            <a:xfrm>
              <a:off x="6539367" y="15337720"/>
              <a:ext cx="1527091" cy="401891"/>
            </a:xfrm>
            <a:prstGeom prst="rect">
              <a:avLst/>
            </a:prstGeom>
            <a:solidFill>
              <a:srgbClr val="F9D1B3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1F2160-EA37-D629-AF16-AFC81CFB1411}"/>
                </a:ext>
              </a:extLst>
            </p:cNvPr>
            <p:cNvSpPr/>
            <p:nvPr/>
          </p:nvSpPr>
          <p:spPr>
            <a:xfrm>
              <a:off x="11250649" y="13305111"/>
              <a:ext cx="1325497" cy="37232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FD03BB-0E22-6963-589B-C48063440940}"/>
                </a:ext>
              </a:extLst>
            </p:cNvPr>
            <p:cNvSpPr/>
            <p:nvPr/>
          </p:nvSpPr>
          <p:spPr>
            <a:xfrm>
              <a:off x="2049543" y="14045018"/>
              <a:ext cx="1725094" cy="37405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012815-8A5A-A955-8C42-DEE9D5CE850A}"/>
                </a:ext>
              </a:extLst>
            </p:cNvPr>
            <p:cNvSpPr/>
            <p:nvPr/>
          </p:nvSpPr>
          <p:spPr>
            <a:xfrm>
              <a:off x="2117345" y="16191833"/>
              <a:ext cx="1710713" cy="46539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7726673D-7965-15D6-165E-D36DDE150E7C}"/>
                </a:ext>
              </a:extLst>
            </p:cNvPr>
            <p:cNvSpPr txBox="1">
              <a:spLocks/>
            </p:cNvSpPr>
            <p:nvPr/>
          </p:nvSpPr>
          <p:spPr>
            <a:xfrm>
              <a:off x="2131002" y="13708698"/>
              <a:ext cx="1466590" cy="396752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Real CT Scan</a:t>
              </a: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B4B67ED7-C59E-DCF8-8AE4-26A21AFDF82D}"/>
                </a:ext>
              </a:extLst>
            </p:cNvPr>
            <p:cNvSpPr txBox="1">
              <a:spLocks/>
            </p:cNvSpPr>
            <p:nvPr/>
          </p:nvSpPr>
          <p:spPr>
            <a:xfrm>
              <a:off x="1935059" y="12855964"/>
              <a:ext cx="1759663" cy="437390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ctr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X-ray CT Volume (TIFF/.npy)</a:t>
              </a:r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4223B4D2-A480-917E-805F-915171B3F6A6}"/>
                </a:ext>
              </a:extLst>
            </p:cNvPr>
            <p:cNvSpPr txBox="1">
              <a:spLocks/>
            </p:cNvSpPr>
            <p:nvPr/>
          </p:nvSpPr>
          <p:spPr>
            <a:xfrm>
              <a:off x="11162478" y="13351559"/>
              <a:ext cx="2060503" cy="459983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S3A Annotation</a:t>
              </a:r>
            </a:p>
          </p:txBody>
        </p:sp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52E66E28-D238-8FDB-A619-A9CE75C3BA00}"/>
                </a:ext>
              </a:extLst>
            </p:cNvPr>
            <p:cNvSpPr txBox="1">
              <a:spLocks/>
            </p:cNvSpPr>
            <p:nvPr/>
          </p:nvSpPr>
          <p:spPr>
            <a:xfrm>
              <a:off x="2006577" y="16275164"/>
              <a:ext cx="2060503" cy="459983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Scan Geometry</a:t>
              </a:r>
            </a:p>
          </p:txBody>
        </p:sp>
        <p:sp>
          <p:nvSpPr>
            <p:cNvPr id="23" name="Content Placeholder 2">
              <a:extLst>
                <a:ext uri="{FF2B5EF4-FFF2-40B4-BE49-F238E27FC236}">
                  <a16:creationId xmlns:a16="http://schemas.microsoft.com/office/drawing/2014/main" id="{B4BE1CB7-34FE-4971-BCCB-789C8C29AE28}"/>
                </a:ext>
              </a:extLst>
            </p:cNvPr>
            <p:cNvSpPr txBox="1">
              <a:spLocks/>
            </p:cNvSpPr>
            <p:nvPr/>
          </p:nvSpPr>
          <p:spPr>
            <a:xfrm>
              <a:off x="1881824" y="14099990"/>
              <a:ext cx="2060503" cy="459983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X-Ray Parameters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915F030-72E5-B1E6-FDEB-E0E18411E451}"/>
                </a:ext>
              </a:extLst>
            </p:cNvPr>
            <p:cNvSpPr/>
            <p:nvPr/>
          </p:nvSpPr>
          <p:spPr>
            <a:xfrm>
              <a:off x="8399270" y="13291547"/>
              <a:ext cx="1205017" cy="3760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1C760DE5-F6C7-1FF9-168E-B880CCDC6ACA}"/>
                </a:ext>
              </a:extLst>
            </p:cNvPr>
            <p:cNvSpPr txBox="1">
              <a:spLocks/>
            </p:cNvSpPr>
            <p:nvPr/>
          </p:nvSpPr>
          <p:spPr>
            <a:xfrm>
              <a:off x="8310273" y="13354131"/>
              <a:ext cx="1474093" cy="459983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Registration (5-DOF)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667A9A9-41B8-ECB7-DBA6-430F021C0211}"/>
                </a:ext>
              </a:extLst>
            </p:cNvPr>
            <p:cNvSpPr/>
            <p:nvPr/>
          </p:nvSpPr>
          <p:spPr>
            <a:xfrm>
              <a:off x="8681480" y="15337720"/>
              <a:ext cx="668326" cy="4288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8382A879-C794-963A-2C44-C725DBF2BE93}"/>
                </a:ext>
              </a:extLst>
            </p:cNvPr>
            <p:cNvSpPr txBox="1">
              <a:spLocks/>
            </p:cNvSpPr>
            <p:nvPr/>
          </p:nvSpPr>
          <p:spPr>
            <a:xfrm>
              <a:off x="8569559" y="15391458"/>
              <a:ext cx="668326" cy="389610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ctr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Gerber Stackup</a:t>
              </a:r>
            </a:p>
          </p:txBody>
        </p:sp>
        <p:sp>
          <p:nvSpPr>
            <p:cNvPr id="32" name="Content Placeholder 2">
              <a:extLst>
                <a:ext uri="{FF2B5EF4-FFF2-40B4-BE49-F238E27FC236}">
                  <a16:creationId xmlns:a16="http://schemas.microsoft.com/office/drawing/2014/main" id="{3EAAAC94-FABD-FB2F-4771-5C333A383DEE}"/>
                </a:ext>
              </a:extLst>
            </p:cNvPr>
            <p:cNvSpPr txBox="1">
              <a:spLocks/>
            </p:cNvSpPr>
            <p:nvPr/>
          </p:nvSpPr>
          <p:spPr>
            <a:xfrm>
              <a:off x="6376871" y="15415000"/>
              <a:ext cx="1728494" cy="457254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ctr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FBP Reconstruction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51FF1D75-DAE9-BFB3-9A2C-6AA9E4C131CD}"/>
                </a:ext>
              </a:extLst>
            </p:cNvPr>
            <p:cNvSpPr txBox="1">
              <a:spLocks/>
            </p:cNvSpPr>
            <p:nvPr/>
          </p:nvSpPr>
          <p:spPr>
            <a:xfrm>
              <a:off x="2135459" y="17900807"/>
              <a:ext cx="1501756" cy="457254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l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600" b="1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Voxelization</a:t>
              </a:r>
            </a:p>
          </p:txBody>
        </p:sp>
        <p:sp>
          <p:nvSpPr>
            <p:cNvPr id="35" name="Content Placeholder 2">
              <a:extLst>
                <a:ext uri="{FF2B5EF4-FFF2-40B4-BE49-F238E27FC236}">
                  <a16:creationId xmlns:a16="http://schemas.microsoft.com/office/drawing/2014/main" id="{F9AC4A14-6EF5-5278-89AE-9D8935F0A388}"/>
                </a:ext>
              </a:extLst>
            </p:cNvPr>
            <p:cNvSpPr txBox="1">
              <a:spLocks/>
            </p:cNvSpPr>
            <p:nvPr/>
          </p:nvSpPr>
          <p:spPr>
            <a:xfrm>
              <a:off x="2117345" y="17272434"/>
              <a:ext cx="1365144" cy="457254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ctr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cs typeface="Arial"/>
                <a:sym typeface="Gill Sans Light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32F2703-BAB8-4D82-68F8-F29EFF9CFC99}"/>
                </a:ext>
              </a:extLst>
            </p:cNvPr>
            <p:cNvSpPr/>
            <p:nvPr/>
          </p:nvSpPr>
          <p:spPr>
            <a:xfrm>
              <a:off x="4651777" y="15290095"/>
              <a:ext cx="1627484" cy="4971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8" name="Content Placeholder 2">
              <a:extLst>
                <a:ext uri="{FF2B5EF4-FFF2-40B4-BE49-F238E27FC236}">
                  <a16:creationId xmlns:a16="http://schemas.microsoft.com/office/drawing/2014/main" id="{E630A84E-2273-E461-EF93-5B11E7D4D743}"/>
                </a:ext>
              </a:extLst>
            </p:cNvPr>
            <p:cNvSpPr txBox="1">
              <a:spLocks/>
            </p:cNvSpPr>
            <p:nvPr/>
          </p:nvSpPr>
          <p:spPr>
            <a:xfrm>
              <a:off x="4453375" y="15381403"/>
              <a:ext cx="1786915" cy="457254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ctr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X-ray Projections 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E96E1C0-789C-8031-23EF-7202F846C43A}"/>
                </a:ext>
              </a:extLst>
            </p:cNvPr>
            <p:cNvCxnSpPr>
              <a:cxnSpLocks/>
            </p:cNvCxnSpPr>
            <p:nvPr/>
          </p:nvCxnSpPr>
          <p:spPr>
            <a:xfrm>
              <a:off x="6279261" y="15538666"/>
              <a:ext cx="289995" cy="1009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D7660E2-D3E0-5258-F5D0-7F773B6901B5}"/>
                </a:ext>
              </a:extLst>
            </p:cNvPr>
            <p:cNvSpPr/>
            <p:nvPr/>
          </p:nvSpPr>
          <p:spPr>
            <a:xfrm>
              <a:off x="8338659" y="17783149"/>
              <a:ext cx="2077576" cy="2976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2" name="Content Placeholder 2">
              <a:extLst>
                <a:ext uri="{FF2B5EF4-FFF2-40B4-BE49-F238E27FC236}">
                  <a16:creationId xmlns:a16="http://schemas.microsoft.com/office/drawing/2014/main" id="{A05C9BC3-23F9-77A1-AA07-D69FE63B17FF}"/>
                </a:ext>
              </a:extLst>
            </p:cNvPr>
            <p:cNvSpPr txBox="1">
              <a:spLocks/>
            </p:cNvSpPr>
            <p:nvPr/>
          </p:nvSpPr>
          <p:spPr>
            <a:xfrm>
              <a:off x="8219759" y="17772361"/>
              <a:ext cx="1975349" cy="459983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ctr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Schematic Capture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FA11AF9-491D-25DF-00AE-B169789A9788}"/>
                </a:ext>
              </a:extLst>
            </p:cNvPr>
            <p:cNvCxnSpPr>
              <a:cxnSpLocks/>
            </p:cNvCxnSpPr>
            <p:nvPr/>
          </p:nvCxnSpPr>
          <p:spPr>
            <a:xfrm>
              <a:off x="2916221" y="13406318"/>
              <a:ext cx="3517" cy="20066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45" name="Picture 4">
              <a:extLst>
                <a:ext uri="{FF2B5EF4-FFF2-40B4-BE49-F238E27FC236}">
                  <a16:creationId xmlns:a16="http://schemas.microsoft.com/office/drawing/2014/main" id="{323CFC6B-094B-2018-E32B-4B9D70BD5E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397" r="59119"/>
            <a:stretch/>
          </p:blipFill>
          <p:spPr bwMode="auto">
            <a:xfrm>
              <a:off x="4988474" y="15833689"/>
              <a:ext cx="981710" cy="948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4">
              <a:extLst>
                <a:ext uri="{FF2B5EF4-FFF2-40B4-BE49-F238E27FC236}">
                  <a16:creationId xmlns:a16="http://schemas.microsoft.com/office/drawing/2014/main" id="{4443C2A4-6F11-092E-5A18-66626F3084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51" t="-1748" r="-13920" b="-2495"/>
            <a:stretch/>
          </p:blipFill>
          <p:spPr bwMode="auto">
            <a:xfrm>
              <a:off x="6684869" y="15825199"/>
              <a:ext cx="1448823" cy="1030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926EFBB0-6043-75D0-3265-318C0B731099}"/>
                </a:ext>
              </a:extLst>
            </p:cNvPr>
            <p:cNvCxnSpPr>
              <a:cxnSpLocks/>
            </p:cNvCxnSpPr>
            <p:nvPr/>
          </p:nvCxnSpPr>
          <p:spPr>
            <a:xfrm>
              <a:off x="3774637" y="14232048"/>
              <a:ext cx="877140" cy="1306618"/>
            </a:xfrm>
            <a:prstGeom prst="bentConnector3">
              <a:avLst>
                <a:gd name="adj1" fmla="val 50000"/>
              </a:avLst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BD0F4C95-FA44-30F5-DAD0-634D33B65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8058" y="15538666"/>
              <a:ext cx="823719" cy="885863"/>
            </a:xfrm>
            <a:prstGeom prst="bentConnector3">
              <a:avLst>
                <a:gd name="adj1" fmla="val 50000"/>
              </a:avLst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2EDC7D3-D33D-0F56-C220-B6FEC33E66F6}"/>
                </a:ext>
              </a:extLst>
            </p:cNvPr>
            <p:cNvSpPr/>
            <p:nvPr/>
          </p:nvSpPr>
          <p:spPr>
            <a:xfrm>
              <a:off x="7400170" y="15426460"/>
              <a:ext cx="208711" cy="211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321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7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Helvetica"/>
                  <a:sym typeface="Helvetica"/>
                </a:rPr>
                <a:t> </a:t>
              </a:r>
              <a:endParaRPr kumimoji="0" lang="en-US" sz="77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AB84AA7-67ED-77EE-0939-815D56B7D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440950" y="14173223"/>
              <a:ext cx="1957818" cy="969703"/>
            </a:xfrm>
            <a:prstGeom prst="rect">
              <a:avLst/>
            </a:prstGeom>
          </p:spPr>
        </p:pic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6CCC2D8-4346-A5E0-2291-399C1A0F7D59}"/>
                </a:ext>
              </a:extLst>
            </p:cNvPr>
            <p:cNvCxnSpPr/>
            <p:nvPr/>
          </p:nvCxnSpPr>
          <p:spPr>
            <a:xfrm>
              <a:off x="9604287" y="13479552"/>
              <a:ext cx="1646362" cy="11724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CA80F02-B7D0-C6C9-DF4C-55C632E69196}"/>
                </a:ext>
              </a:extLst>
            </p:cNvPr>
            <p:cNvSpPr/>
            <p:nvPr/>
          </p:nvSpPr>
          <p:spPr>
            <a:xfrm>
              <a:off x="11356854" y="15367282"/>
              <a:ext cx="1325497" cy="37232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5842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563E237-8625-9194-0CC9-70DD78DB9E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49806" y="15552154"/>
              <a:ext cx="2007048" cy="129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4" name="Content Placeholder 2">
              <a:extLst>
                <a:ext uri="{FF2B5EF4-FFF2-40B4-BE49-F238E27FC236}">
                  <a16:creationId xmlns:a16="http://schemas.microsoft.com/office/drawing/2014/main" id="{8FBAD343-3E4C-C2A2-E1AA-2E4A4B2B22AC}"/>
                </a:ext>
              </a:extLst>
            </p:cNvPr>
            <p:cNvSpPr txBox="1">
              <a:spLocks/>
            </p:cNvSpPr>
            <p:nvPr/>
          </p:nvSpPr>
          <p:spPr>
            <a:xfrm>
              <a:off x="11173801" y="15383393"/>
              <a:ext cx="1470303" cy="231890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/>
            <a:lstStyle>
              <a:lvl1pPr marL="625056" indent="-401822" defTabSz="410751">
                <a:spcBef>
                  <a:spcPts val="844"/>
                </a:spcBef>
                <a:buSzPct val="100000"/>
                <a:buChar char="•"/>
                <a:defRPr sz="3200" b="1" i="0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1pPr>
              <a:lvl2pPr marL="937584" indent="-401822" defTabSz="410751">
                <a:spcBef>
                  <a:spcPts val="844"/>
                </a:spcBef>
                <a:buSzPct val="100000"/>
                <a:buChar char="•"/>
                <a:defRPr sz="28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2pPr>
              <a:lvl3pPr marL="1250112" indent="-401822" defTabSz="410751">
                <a:spcBef>
                  <a:spcPts val="844"/>
                </a:spcBef>
                <a:buSzPct val="100000"/>
                <a:buChar char="•"/>
                <a:defRPr sz="2400" b="1">
                  <a:latin typeface="Arial Narrow" panose="020B0606020202030204" pitchFamily="34" charset="0"/>
                  <a:ea typeface="+mn-ea"/>
                  <a:cs typeface="Arial"/>
                  <a:sym typeface="Gill Sans Light"/>
                </a:defRPr>
              </a:lvl3pPr>
              <a:lvl4pPr marL="1562640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4pPr>
              <a:lvl5pPr marL="1875168" indent="-401822" defTabSz="410751">
                <a:spcBef>
                  <a:spcPts val="844"/>
                </a:spcBef>
                <a:buSzPct val="100000"/>
                <a:buChar char="•"/>
                <a:defRPr sz="1969">
                  <a:latin typeface="Arial"/>
                  <a:ea typeface="+mn-ea"/>
                  <a:cs typeface="Arial"/>
                  <a:sym typeface="Gill Sans Light"/>
                </a:defRPr>
              </a:lvl5pPr>
              <a:lvl6pPr marL="2125190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6pPr>
              <a:lvl7pPr marL="2375212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7pPr>
              <a:lvl8pPr marL="2625235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8pPr>
              <a:lvl9pPr marL="2875257" indent="-401822" defTabSz="410751">
                <a:spcBef>
                  <a:spcPts val="1687"/>
                </a:spcBef>
                <a:buSzPct val="171000"/>
                <a:buChar char="•"/>
                <a:defRPr sz="2953">
                  <a:latin typeface="+mn-lt"/>
                  <a:ea typeface="+mn-ea"/>
                  <a:cs typeface="+mn-cs"/>
                  <a:sym typeface="Gill Sans Light"/>
                </a:defRPr>
              </a:lvl9pPr>
            </a:lstStyle>
            <a:p>
              <a:pPr marL="223234" marR="0" lvl="0" indent="0" algn="ctr" defTabSz="410751" eaLnBrk="1" fontAlgn="auto" latinLnBrk="0" hangingPunct="1">
                <a:lnSpc>
                  <a:spcPct val="100000"/>
                </a:lnSpc>
                <a:spcBef>
                  <a:spcPts val="844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/>
                  <a:sym typeface="Gill Sans Light"/>
                </a:rPr>
                <a:t>Label Transfer</a:t>
              </a:r>
            </a:p>
          </p:txBody>
        </p: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D95C833D-6718-D517-D3B6-DB13AC539E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76146" y="13491276"/>
              <a:ext cx="106205" cy="2062171"/>
            </a:xfrm>
            <a:prstGeom prst="bentConnector3">
              <a:avLst>
                <a:gd name="adj1" fmla="val 315244"/>
              </a:avLst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57" name="3D Model 56">
                  <a:extLst>
                    <a:ext uri="{FF2B5EF4-FFF2-40B4-BE49-F238E27FC236}">
                      <a16:creationId xmlns:a16="http://schemas.microsoft.com/office/drawing/2014/main" id="{A1BD88BD-4FC8-D48A-0146-349051B3ABE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8604040"/>
                    </p:ext>
                  </p:extLst>
                </p:nvPr>
              </p:nvGraphicFramePr>
              <p:xfrm rot="16200000">
                <a:off x="2091015" y="14966932"/>
                <a:ext cx="1486832" cy="404794"/>
              </p:xfrm>
              <a:graphic>
                <a:graphicData uri="http://schemas.microsoft.com/office/drawing/2017/model3d">
                  <am3d:model3d r:embed="rId20">
                    <am3d:spPr>
                      <a:xfrm rot="16200000">
                        <a:off x="0" y="0"/>
                        <a:ext cx="1486832" cy="404794"/>
                      </a:xfrm>
                      <a:prstGeom prst="rect">
                        <a:avLst/>
                      </a:prstGeom>
                    </am3d:spPr>
                    <am3d:camera>
                      <am3d:pos x="0" y="0" z="57396959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9767" d="1000000"/>
                      <am3d:preTrans dx="-17726433" dy="-2563366" dz="12201659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514472" ay="-126321" az="-19102"/>
                      <am3d:postTrans dx="0" dy="0" dz="0"/>
                    </am3d:trans>
                    <am3d:raster rName="Office3DRenderer" rVer="16.0.8326">
                      <am3d:blip r:embed="rId21"/>
                    </am3d:raster>
                    <am3d:objViewport viewportSz="1550580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57" name="3D Model 56">
                  <a:extLst>
                    <a:ext uri="{FF2B5EF4-FFF2-40B4-BE49-F238E27FC236}">
                      <a16:creationId xmlns:a16="http://schemas.microsoft.com/office/drawing/2014/main" id="{A1BD88BD-4FC8-D48A-0146-349051B3ABE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 rot="16200000">
                  <a:off x="1833430" y="14882286"/>
                  <a:ext cx="1486832" cy="404794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58" name="Picture 4">
              <a:extLst>
                <a:ext uri="{FF2B5EF4-FFF2-40B4-BE49-F238E27FC236}">
                  <a16:creationId xmlns:a16="http://schemas.microsoft.com/office/drawing/2014/main" id="{2D394B40-29C2-FFB2-857E-7A7C0C79E4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31" r="29539"/>
            <a:stretch/>
          </p:blipFill>
          <p:spPr bwMode="auto">
            <a:xfrm>
              <a:off x="6808683" y="13142287"/>
              <a:ext cx="951849" cy="2089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4">
              <a:extLst>
                <a:ext uri="{FF2B5EF4-FFF2-40B4-BE49-F238E27FC236}">
                  <a16:creationId xmlns:a16="http://schemas.microsoft.com/office/drawing/2014/main" id="{9A181A52-C727-3A86-5098-61F0A6C83B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205" r="4198" b="40466"/>
            <a:stretch/>
          </p:blipFill>
          <p:spPr bwMode="auto">
            <a:xfrm>
              <a:off x="6375660" y="13081960"/>
              <a:ext cx="363326" cy="1354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B7BDB8E-AAD7-34D0-0509-5D4DACC9C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0939" y="13777275"/>
              <a:ext cx="893065" cy="526830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155EBCCB-37C2-4888-01BE-97851B0895B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8681480" y="15552154"/>
              <a:ext cx="611672" cy="2200564"/>
            </a:xfrm>
            <a:prstGeom prst="bentConnector4">
              <a:avLst>
                <a:gd name="adj1" fmla="val -37373"/>
                <a:gd name="adj2" fmla="val 54872"/>
              </a:avLst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6B6BAD3-288F-C02A-5FC6-9CEEED5E4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545231" y="15810404"/>
              <a:ext cx="1001687" cy="852499"/>
            </a:xfrm>
            <a:prstGeom prst="rect">
              <a:avLst/>
            </a:prstGeom>
          </p:spPr>
        </p:pic>
        <p:pic>
          <p:nvPicPr>
            <p:cNvPr id="63" name="Picture 2" descr="Figure 1">
              <a:extLst>
                <a:ext uri="{FF2B5EF4-FFF2-40B4-BE49-F238E27FC236}">
                  <a16:creationId xmlns:a16="http://schemas.microsoft.com/office/drawing/2014/main" id="{B1085B61-7F17-30F2-FE80-AB94C219DE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0563" y="16726917"/>
              <a:ext cx="1700512" cy="1148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1CA9E5A-CF16-CE6A-7738-C113278AE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1805411" y="15829350"/>
              <a:ext cx="1450789" cy="1250591"/>
            </a:xfrm>
            <a:prstGeom prst="rect">
              <a:avLst/>
            </a:prstGeom>
          </p:spPr>
        </p:pic>
        <p:pic>
          <p:nvPicPr>
            <p:cNvPr id="66" name="Picture 65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B370739F-3C58-0766-F09F-0DD1AA213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4067" y="15842193"/>
              <a:ext cx="1514909" cy="1264730"/>
            </a:xfrm>
            <a:prstGeom prst="rect">
              <a:avLst/>
            </a:prstGeom>
          </p:spPr>
        </p:pic>
        <p:pic>
          <p:nvPicPr>
            <p:cNvPr id="75" name="Picture 7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6A8E59E9-F619-2DCB-23BA-2AE03DC50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6233" y="13873788"/>
              <a:ext cx="2182413" cy="1311043"/>
            </a:xfrm>
            <a:prstGeom prst="rect">
              <a:avLst/>
            </a:prstGeom>
          </p:spPr>
        </p:pic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B38ABE50-68F2-3A7E-BF15-23230ADCBE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8060" y="14471812"/>
              <a:ext cx="1153615" cy="37885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pic>
          <p:nvPicPr>
            <p:cNvPr id="77" name="Picture 76" descr="A close-up of a circuit board&#10;&#10;Description automatically generated">
              <a:extLst>
                <a:ext uri="{FF2B5EF4-FFF2-40B4-BE49-F238E27FC236}">
                  <a16:creationId xmlns:a16="http://schemas.microsoft.com/office/drawing/2014/main" id="{B3BA220C-A6F0-5887-63F2-E65C24BEE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76209" y="13841408"/>
              <a:ext cx="2412803" cy="1324033"/>
            </a:xfrm>
            <a:prstGeom prst="rect">
              <a:avLst/>
            </a:prstGeom>
          </p:spPr>
        </p:pic>
        <p:pic>
          <p:nvPicPr>
            <p:cNvPr id="78" name="Picture 77" descr="A computer screen shot of a circuit board&#10;&#10;Description automatically generated">
              <a:extLst>
                <a:ext uri="{FF2B5EF4-FFF2-40B4-BE49-F238E27FC236}">
                  <a16:creationId xmlns:a16="http://schemas.microsoft.com/office/drawing/2014/main" id="{C37AD0C7-A8E3-F1FF-6EE7-F2BD17E70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6522" y="17237353"/>
              <a:ext cx="2051249" cy="1203853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3221697-6BD8-37F7-155A-6BCFB9A80149}"/>
                </a:ext>
              </a:extLst>
            </p:cNvPr>
            <p:cNvSpPr txBox="1">
              <a:spLocks/>
            </p:cNvSpPr>
            <p:nvPr/>
          </p:nvSpPr>
          <p:spPr>
            <a:xfrm>
              <a:off x="2002885" y="18606480"/>
              <a:ext cx="101898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rtl="0" eaLnBrk="1" latinLnBrk="0" hangingPunct="1"/>
              <a:r>
                <a:rPr lang="en-US" sz="3600" kern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The xrayrecon Pipeline: From Schematic to Registered, Labeled CT Volume</a:t>
              </a:r>
              <a:endParaRPr lang="en-US" sz="5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25ABC5F-DAB5-A902-EED7-50A579BEB6BA}"/>
              </a:ext>
            </a:extLst>
          </p:cNvPr>
          <p:cNvSpPr txBox="1"/>
          <p:nvPr/>
        </p:nvSpPr>
        <p:spPr>
          <a:xfrm>
            <a:off x="29865682" y="27809622"/>
            <a:ext cx="136095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Phase 1 (independent dual-pane viewing) and Phase 2 (5-DOF registration + label transfer) are complete and verified end-to-end on a synthetic pair with known ground truth.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calibrate real voxel spacing and register the newly acquired real PCB CT scan against its Gerber design, extend material-classification accuracy, and explore K-edge spectral subtraction for 3+ material bases.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922203-0EE6-5D38-CCA4-39527DADDC0B}"/>
              </a:ext>
            </a:extLst>
          </p:cNvPr>
          <p:cNvSpPr txBox="1"/>
          <p:nvPr/>
        </p:nvSpPr>
        <p:spPr>
          <a:xfrm>
            <a:off x="29943827" y="14877781"/>
            <a:ext cx="136095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voxelization, and label transfer live in pure, no-Qt Python modules (registration.py, stackup_voxelize.py) that can be scripted outside the GUI.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pipeline that renders live in the dual-pane viewer can be driven headlessly for batch processing, regression testing, or integration with other tools.</a:t>
            </a:r>
          </a:p>
        </p:txBody>
      </p:sp>
      <p:pic>
        <p:nvPicPr>
          <p:cNvPr id="86" name="Picture 85" descr="A diagram of a web application&#10;&#10;Description automatically generated">
            <a:extLst>
              <a:ext uri="{FF2B5EF4-FFF2-40B4-BE49-F238E27FC236}">
                <a16:creationId xmlns:a16="http://schemas.microsoft.com/office/drawing/2014/main" id="{10A64DF7-65EE-B25C-49B8-629E80B096B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943827" y="6767256"/>
            <a:ext cx="13280747" cy="767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1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774</TotalTime>
  <Words>444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Gill Sans</vt:lpstr>
      <vt:lpstr>Helvetica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Capecci,Daniel E</dc:creator>
  <cp:lastModifiedBy>Craig,Patrick J</cp:lastModifiedBy>
  <cp:revision>1</cp:revision>
  <dcterms:created xsi:type="dcterms:W3CDTF">2019-02-21T20:01:04Z</dcterms:created>
  <dcterms:modified xsi:type="dcterms:W3CDTF">2026-07-22T00:11:41Z</dcterms:modified>
</cp:coreProperties>
</file>